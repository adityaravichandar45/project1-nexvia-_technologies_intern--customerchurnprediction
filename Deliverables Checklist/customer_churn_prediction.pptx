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2"/>
  </p:notesMasterIdLst>
  <p:sldIdLst>
    <p:sldId id="256" r:id="rId4"/>
    <p:sldId id="257" r:id="rId5"/>
    <p:sldId id="264" r:id="rId6"/>
    <p:sldId id="263" r:id="rId7"/>
    <p:sldId id="262" r:id="rId8"/>
    <p:sldId id="270" r:id="rId9"/>
    <p:sldId id="267"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6" userDrawn="1">
          <p15:clr>
            <a:srgbClr val="A4A3A4"/>
          </p15:clr>
        </p15:guide>
        <p15:guide id="2" pos="38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76"/>
        <p:guide pos="387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notesMaster" Target="notesMasters/notes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image" Target="NULL" TargetMode="External"/><Relationship Id="rId4" Type="http://schemas.openxmlformats.org/officeDocument/2006/relationships/image" Target="../media/image1.png"/><Relationship Id="rId3" Type="http://schemas.openxmlformats.org/officeDocument/2006/relationships/tags" Target="../tags/tag64.xml"/><Relationship Id="rId2" Type="http://schemas.openxmlformats.org/officeDocument/2006/relationships/tags" Target="../tags/tag63.xml"/><Relationship Id="rId11" Type="http://schemas.openxmlformats.org/officeDocument/2006/relationships/tags" Target="../tags/tag70.xml"/><Relationship Id="rId10" Type="http://schemas.openxmlformats.org/officeDocument/2006/relationships/tags" Target="../tags/tag6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80.xml"/><Relationship Id="rId8" Type="http://schemas.openxmlformats.org/officeDocument/2006/relationships/tags" Target="../tags/tag79.xml"/><Relationship Id="rId7" Type="http://schemas.openxmlformats.org/officeDocument/2006/relationships/image" Target="../media/image3.png"/><Relationship Id="rId6" Type="http://schemas.openxmlformats.org/officeDocument/2006/relationships/tags" Target="../tags/tag78.xml"/><Relationship Id="rId5" Type="http://schemas.openxmlformats.org/officeDocument/2006/relationships/image" Target="NULL" TargetMode="External"/><Relationship Id="rId4" Type="http://schemas.openxmlformats.org/officeDocument/2006/relationships/image" Target="../media/image2.png"/><Relationship Id="rId3" Type="http://schemas.openxmlformats.org/officeDocument/2006/relationships/tags" Target="../tags/tag77.xml"/><Relationship Id="rId2" Type="http://schemas.openxmlformats.org/officeDocument/2006/relationships/tags" Target="../tags/tag76.xml"/><Relationship Id="rId11" Type="http://schemas.openxmlformats.org/officeDocument/2006/relationships/tags" Target="../tags/tag82.xml"/><Relationship Id="rId10" Type="http://schemas.openxmlformats.org/officeDocument/2006/relationships/tags" Target="../tags/tag81.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image" Target="NULL" TargetMode="External"/><Relationship Id="rId4" Type="http://schemas.openxmlformats.org/officeDocument/2006/relationships/image" Target="../media/image4.png"/><Relationship Id="rId3" Type="http://schemas.openxmlformats.org/officeDocument/2006/relationships/tags" Target="../tags/tag84.xml"/><Relationship Id="rId2" Type="http://schemas.openxmlformats.org/officeDocument/2006/relationships/tags" Target="../tags/tag83.xml"/><Relationship Id="rId10" Type="http://schemas.openxmlformats.org/officeDocument/2006/relationships/tags" Target="../tags/tag89.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95.xml"/><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25.xml"/><Relationship Id="rId8" Type="http://schemas.openxmlformats.org/officeDocument/2006/relationships/tags" Target="../tags/tag124.xml"/><Relationship Id="rId7" Type="http://schemas.openxmlformats.org/officeDocument/2006/relationships/tags" Target="../tags/tag123.xml"/><Relationship Id="rId6" Type="http://schemas.openxmlformats.org/officeDocument/2006/relationships/tags" Target="../tags/tag122.xml"/><Relationship Id="rId5" Type="http://schemas.openxmlformats.org/officeDocument/2006/relationships/image" Target="NULL" TargetMode="External"/><Relationship Id="rId4" Type="http://schemas.openxmlformats.org/officeDocument/2006/relationships/image" Target="../media/image5.png"/><Relationship Id="rId3" Type="http://schemas.openxmlformats.org/officeDocument/2006/relationships/tags" Target="../tags/tag121.xml"/><Relationship Id="rId2" Type="http://schemas.openxmlformats.org/officeDocument/2006/relationships/tags" Target="../tags/tag120.xml"/><Relationship Id="rId10" Type="http://schemas.openxmlformats.org/officeDocument/2006/relationships/tags" Target="../tags/tag126.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gradFill flip="none" rotWithShape="1">
            <a:gsLst>
              <a:gs pos="0">
                <a:schemeClr val="bg1"/>
              </a:gs>
              <a:gs pos="100000">
                <a:schemeClr val="accent2">
                  <a:lumMod val="40000"/>
                  <a:lumOff val="60000"/>
                  <a:alpha val="34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ng2x_01_封面" descr="C:/Users/kingsoft/AppData/Local/Temp/fig2wpp/@png2x_01_封面.png"/>
          <p:cNvPicPr>
            <a:picLocks noChangeAspect="1"/>
          </p:cNvPicPr>
          <p:nvPr userDrawn="1">
            <p:custDataLst>
              <p:tags r:id="rId3"/>
            </p:custDataLst>
          </p:nvPr>
        </p:nvPicPr>
        <p:blipFill>
          <a:blip r:embed="rId4" r:link="rId5"/>
          <a:stretch>
            <a:fillRect/>
          </a:stretch>
        </p:blipFill>
        <p:spPr>
          <a:xfrm>
            <a:off x="3812540" y="401955"/>
            <a:ext cx="8375650" cy="6455410"/>
          </a:xfrm>
          <a:prstGeom prst="rect">
            <a:avLst/>
          </a:prstGeom>
        </p:spPr>
      </p:pic>
      <p:sp>
        <p:nvSpPr>
          <p:cNvPr id="2" name="标题 1"/>
          <p:cNvSpPr>
            <a:spLocks noGrp="1"/>
          </p:cNvSpPr>
          <p:nvPr>
            <p:ph type="ctrTitle" hasCustomPrompt="1"/>
            <p:custDataLst>
              <p:tags r:id="rId6"/>
            </p:custDataLst>
          </p:nvPr>
        </p:nvSpPr>
        <p:spPr>
          <a:xfrm>
            <a:off x="838200" y="2455545"/>
            <a:ext cx="5974080" cy="2397760"/>
          </a:xfrm>
        </p:spPr>
        <p:txBody>
          <a:bodyPr wrap="square" anchor="t" anchorCtr="0">
            <a:normAutofit/>
          </a:bodyPr>
          <a:lstStyle>
            <a:lvl1pPr algn="l">
              <a:lnSpc>
                <a:spcPct val="100000"/>
              </a:lnSpc>
              <a:defRPr sz="4400">
                <a:latin typeface="+mj-lt"/>
              </a:defRPr>
            </a:lvl1pPr>
          </a:lstStyle>
          <a:p>
            <a:r>
              <a:rPr lang="en-US" dirty="0">
                <a:latin typeface="+mj-lt"/>
              </a:rPr>
              <a:t>Click to add title</a:t>
            </a:r>
            <a:endParaRPr lang="en-US" dirty="0">
              <a:latin typeface="+mj-lt"/>
            </a:endParaRPr>
          </a:p>
        </p:txBody>
      </p:sp>
      <p:sp>
        <p:nvSpPr>
          <p:cNvPr id="3" name="副标题 2"/>
          <p:cNvSpPr>
            <a:spLocks noGrp="1"/>
          </p:cNvSpPr>
          <p:nvPr>
            <p:ph type="subTitle" idx="1" hasCustomPrompt="1"/>
            <p:custDataLst>
              <p:tags r:id="rId7"/>
            </p:custDataLst>
          </p:nvPr>
        </p:nvSpPr>
        <p:spPr>
          <a:xfrm>
            <a:off x="838200" y="1426235"/>
            <a:ext cx="5974080" cy="972000"/>
          </a:xfrm>
        </p:spPr>
        <p:txBody>
          <a:bodyPr wrap="square" anchor="b">
            <a:normAutofit/>
          </a:bodyPr>
          <a:lstStyle>
            <a:lvl1pPr marL="0" indent="0" algn="l">
              <a:lnSpc>
                <a:spcPct val="100000"/>
              </a:lnSpc>
              <a:buNone/>
              <a:defRPr sz="2000">
                <a:latin typeface="+mj-lt"/>
              </a:defRPr>
            </a:lvl1pPr>
            <a:lvl2pPr marL="457200" indent="0" algn="ctr">
              <a:buNone/>
              <a:defRPr sz="2000">
                <a:latin typeface="+mj-lt"/>
              </a:defRPr>
            </a:lvl2pPr>
            <a:lvl3pPr marL="914400" indent="0" algn="ctr">
              <a:buNone/>
              <a:defRPr sz="1800">
                <a:latin typeface="+mj-lt"/>
              </a:defRPr>
            </a:lvl3pPr>
            <a:lvl4pPr marL="1371600" indent="0" algn="ctr">
              <a:buNone/>
              <a:defRPr sz="1600">
                <a:latin typeface="+mj-lt"/>
              </a:defRPr>
            </a:lvl4pPr>
            <a:lvl5pPr marL="1828800" indent="0" algn="ctr">
              <a:buNone/>
              <a:defRPr sz="1600">
                <a:latin typeface="+mj-lt"/>
              </a:defRPr>
            </a:lvl5pPr>
            <a:lvl6pPr marL="2286000" indent="0" algn="ctr">
              <a:buNone/>
              <a:defRPr sz="1600">
                <a:latin typeface="+mj-lt"/>
              </a:defRPr>
            </a:lvl6pPr>
            <a:lvl7pPr marL="2743200" indent="0" algn="ctr">
              <a:buNone/>
              <a:defRPr sz="1600">
                <a:latin typeface="+mj-lt"/>
              </a:defRPr>
            </a:lvl7pPr>
            <a:lvl8pPr marL="3200400" indent="0" algn="ctr">
              <a:buNone/>
              <a:defRPr sz="1600">
                <a:latin typeface="+mj-lt"/>
              </a:defRPr>
            </a:lvl8pPr>
            <a:lvl9pPr marL="3657600" indent="0" algn="ctr">
              <a:buNone/>
              <a:defRPr sz="1600">
                <a:latin typeface="+mj-lt"/>
              </a:defRPr>
            </a:lvl9pPr>
          </a:lstStyle>
          <a:p>
            <a:r>
              <a:rPr lang="en-US" dirty="0">
                <a:latin typeface="+mj-lt"/>
              </a:rPr>
              <a:t>Click to add subtitle</a:t>
            </a:r>
            <a:endParaRPr lang="en-US" dirty="0"/>
          </a:p>
        </p:txBody>
      </p:sp>
      <p:sp>
        <p:nvSpPr>
          <p:cNvPr id="4" name="日期占位符 3"/>
          <p:cNvSpPr>
            <a:spLocks noGrp="1"/>
          </p:cNvSpPr>
          <p:nvPr>
            <p:ph type="dt" sz="half" idx="10"/>
            <p:custDataLst>
              <p:tags r:id="rId8"/>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9"/>
            </p:custDataLst>
          </p:nvPr>
        </p:nvSpPr>
        <p:spPr/>
        <p:txBody>
          <a:bodyPr>
            <a:normAutofit/>
          </a:bodyPr>
          <a:lstStyle/>
          <a:p>
            <a:endParaRPr lang="en-US" dirty="0"/>
          </a:p>
        </p:txBody>
      </p:sp>
      <p:sp>
        <p:nvSpPr>
          <p:cNvPr id="6" name="灯片编号占位符 5"/>
          <p:cNvSpPr>
            <a:spLocks noGrp="1"/>
          </p:cNvSpPr>
          <p:nvPr>
            <p:ph type="sldNum" sz="quarter" idx="12"/>
            <p:custDataLst>
              <p:tags r:id="rId10"/>
            </p:custDataLst>
          </p:nvPr>
        </p:nvSpPr>
        <p:spPr>
          <a:xfrm>
            <a:off x="8610600" y="6356350"/>
            <a:ext cx="2743200" cy="365125"/>
          </a:xfrm>
        </p:spPr>
        <p:txBody>
          <a:bodyPr wrap="square">
            <a:normAutofit/>
          </a:bodyPr>
          <a:lstStyle/>
          <a:p>
            <a:fld id="{BE5F26B5-172A-4DC2-B0B7-181CFC56B87C}" type="slidenum">
              <a:rPr lang="en-US" smtClean="0"/>
            </a:fld>
            <a:endParaRPr lang="en-US"/>
          </a:p>
        </p:txBody>
      </p:sp>
      <p:sp>
        <p:nvSpPr>
          <p:cNvPr id="24" name="署名占位符 10"/>
          <p:cNvSpPr>
            <a:spLocks noGrp="1"/>
          </p:cNvSpPr>
          <p:nvPr>
            <p:ph type="body" sz="quarter" idx="17" hasCustomPrompt="1"/>
            <p:custDataLst>
              <p:tags r:id="rId11"/>
            </p:custDataLst>
          </p:nvPr>
        </p:nvSpPr>
        <p:spPr>
          <a:xfrm>
            <a:off x="838200" y="4968875"/>
            <a:ext cx="5974080" cy="1186815"/>
          </a:xfrm>
        </p:spPr>
        <p:txBody>
          <a:bodyPr wrap="square" anchor="t">
            <a:normAutofit/>
          </a:bodyPr>
          <a:lstStyle>
            <a:lvl1pPr marL="0" indent="0" algn="l">
              <a:lnSpc>
                <a:spcPct val="100000"/>
              </a:lnSpc>
              <a:buNone/>
              <a:defRPr sz="2000" b="0">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a:normAutofit/>
          </a:bodyPr>
          <a:lstStyle>
            <a:lvl1pPr>
              <a:defRPr>
                <a:latin typeface="+mj-lt"/>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3"/>
            </p:custDataLst>
          </p:nvPr>
        </p:nvSpPr>
        <p:spPr/>
        <p:txBody>
          <a:bodyPr wrap="square">
            <a:norm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latin typeface="+mn-lt"/>
              </a:rPr>
              <a:t>Click to add text</a:t>
            </a:r>
            <a:endParaRPr lang="en-US" dirty="0"/>
          </a:p>
        </p:txBody>
      </p:sp>
      <p:sp>
        <p:nvSpPr>
          <p:cNvPr id="4" name="日期占位符 3"/>
          <p:cNvSpPr>
            <a:spLocks noGrp="1"/>
          </p:cNvSpPr>
          <p:nvPr>
            <p:ph type="dt" sz="half" idx="10"/>
            <p:custDataLst>
              <p:tags r:id="rId4"/>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5"/>
            </p:custDataLst>
          </p:nvPr>
        </p:nvSpPr>
        <p:spPr/>
        <p:txBody>
          <a:bodyPr/>
          <a:lstStyle/>
          <a:p>
            <a:endParaRPr 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sp>
        <p:nvSpPr>
          <p:cNvPr id="3" name="矩形 2"/>
          <p:cNvSpPr/>
          <p:nvPr userDrawn="1">
            <p:custDataLst>
              <p:tags r:id="rId2"/>
            </p:custDataLst>
          </p:nvPr>
        </p:nvSpPr>
        <p:spPr>
          <a:xfrm>
            <a:off x="0" y="0"/>
            <a:ext cx="12192000" cy="6858000"/>
          </a:xfrm>
          <a:prstGeom prst="rect">
            <a:avLst/>
          </a:prstGeom>
          <a:gradFill flip="none" rotWithShape="1">
            <a:gsLst>
              <a:gs pos="0">
                <a:schemeClr val="bg1"/>
              </a:gs>
              <a:gs pos="100000">
                <a:schemeClr val="accent2">
                  <a:lumMod val="40000"/>
                  <a:lumOff val="60000"/>
                  <a:alpha val="34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ng2x_bottom_目录" descr="C:/Users/kingsoft/AppData/Local/Temp/fig2wpp/@png2x_bottom_目录.png"/>
          <p:cNvPicPr>
            <a:picLocks noChangeAspect="1"/>
          </p:cNvPicPr>
          <p:nvPr userDrawn="1">
            <p:custDataLst>
              <p:tags r:id="rId3"/>
            </p:custDataLst>
          </p:nvPr>
        </p:nvPicPr>
        <p:blipFill>
          <a:blip r:embed="rId4" r:link="rId5"/>
          <a:stretch>
            <a:fillRect/>
          </a:stretch>
        </p:blipFill>
        <p:spPr>
          <a:xfrm>
            <a:off x="0" y="5715000"/>
            <a:ext cx="3154680" cy="1143000"/>
          </a:xfrm>
          <a:prstGeom prst="rect">
            <a:avLst/>
          </a:prstGeom>
        </p:spPr>
      </p:pic>
      <p:pic>
        <p:nvPicPr>
          <p:cNvPr id="13" name="@png2x_top_目录" descr="C:/Users/kingsoft/AppData/Local/Temp/fig2wpp/@png2x_top_目录.png"/>
          <p:cNvPicPr>
            <a:picLocks noChangeAspect="1"/>
          </p:cNvPicPr>
          <p:nvPr userDrawn="1">
            <p:custDataLst>
              <p:tags r:id="rId6"/>
            </p:custDataLst>
          </p:nvPr>
        </p:nvPicPr>
        <p:blipFill>
          <a:blip r:embed="rId7" r:link="rId5"/>
          <a:stretch>
            <a:fillRect/>
          </a:stretch>
        </p:blipFill>
        <p:spPr>
          <a:xfrm>
            <a:off x="7827010" y="0"/>
            <a:ext cx="3712210" cy="1727835"/>
          </a:xfrm>
          <a:prstGeom prst="rect">
            <a:avLst/>
          </a:prstGeom>
        </p:spPr>
      </p:pic>
      <p:sp>
        <p:nvSpPr>
          <p:cNvPr id="2" name="标题 1"/>
          <p:cNvSpPr>
            <a:spLocks noGrp="1"/>
          </p:cNvSpPr>
          <p:nvPr>
            <p:ph type="title" hasCustomPrompt="1"/>
            <p:custDataLst>
              <p:tags r:id="rId8"/>
            </p:custDataLst>
          </p:nvPr>
        </p:nvSpPr>
        <p:spPr>
          <a:xfrm>
            <a:off x="1490472" y="863917"/>
            <a:ext cx="9281160" cy="777608"/>
          </a:xfrm>
        </p:spPr>
        <p:txBody>
          <a:bodyPr wrap="square" anchor="ctr">
            <a:normAutofit/>
          </a:bodyPr>
          <a:lstStyle>
            <a:lvl1pPr algn="l">
              <a:defRPr sz="4000">
                <a:latin typeface="+mj-lt"/>
              </a:defRPr>
            </a:lvl1pPr>
          </a:lstStyle>
          <a:p>
            <a:r>
              <a:rPr lang="en-US" dirty="0">
                <a:latin typeface="+mj-lt"/>
              </a:rPr>
              <a:t>Click to add title</a:t>
            </a:r>
            <a:endParaRPr lang="en-US" dirty="0"/>
          </a:p>
        </p:txBody>
      </p:sp>
      <p:sp>
        <p:nvSpPr>
          <p:cNvPr id="7" name="日期占位符 3"/>
          <p:cNvSpPr>
            <a:spLocks noGrp="1"/>
          </p:cNvSpPr>
          <p:nvPr>
            <p:ph type="dt" sz="half" idx="10"/>
            <p:custDataLst>
              <p:tags r:id="rId9"/>
            </p:custDataLst>
          </p:nvPr>
        </p:nvSpPr>
        <p:spPr/>
        <p:txBody>
          <a:bodyPr wrap="square">
            <a:normAutofit/>
          </a:bodyPr>
          <a:lstStyle/>
          <a:p>
            <a:r>
              <a:rPr lang="en-US"/>
              <a:t>Date Area</a:t>
            </a:r>
            <a:endParaRPr lang="en-US"/>
          </a:p>
        </p:txBody>
      </p:sp>
      <p:sp>
        <p:nvSpPr>
          <p:cNvPr id="8" name="页脚占位符 4"/>
          <p:cNvSpPr>
            <a:spLocks noGrp="1"/>
          </p:cNvSpPr>
          <p:nvPr>
            <p:ph type="ftr" sz="quarter" idx="11"/>
            <p:custDataLst>
              <p:tags r:id="rId10"/>
            </p:custDataLst>
          </p:nvPr>
        </p:nvSpPr>
        <p:spPr/>
        <p:txBody>
          <a:bodyPr/>
          <a:lstStyle/>
          <a:p>
            <a:endParaRPr lang="en-US"/>
          </a:p>
        </p:txBody>
      </p:sp>
      <p:sp>
        <p:nvSpPr>
          <p:cNvPr id="9" name="灯片编号占位符 5"/>
          <p:cNvSpPr>
            <a:spLocks noGrp="1"/>
          </p:cNvSpPr>
          <p:nvPr>
            <p:ph type="sldNum" sz="quarter" idx="12"/>
            <p:custDataLst>
              <p:tags r:id="rId11"/>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sp>
        <p:nvSpPr>
          <p:cNvPr id="18" name="矩形 17"/>
          <p:cNvSpPr/>
          <p:nvPr userDrawn="1">
            <p:custDataLst>
              <p:tags r:id="rId2"/>
            </p:custDataLst>
          </p:nvPr>
        </p:nvSpPr>
        <p:spPr>
          <a:xfrm>
            <a:off x="0" y="0"/>
            <a:ext cx="12192000" cy="6858000"/>
          </a:xfrm>
          <a:prstGeom prst="rect">
            <a:avLst/>
          </a:prstGeom>
          <a:gradFill flip="none" rotWithShape="1">
            <a:gsLst>
              <a:gs pos="0">
                <a:schemeClr val="bg1"/>
              </a:gs>
              <a:gs pos="100000">
                <a:schemeClr val="accent2">
                  <a:lumMod val="40000"/>
                  <a:lumOff val="60000"/>
                  <a:alpha val="34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ng2x_02_章节" descr="C:/Users/kingsoft/AppData/Local/Temp/fig2wpp/@png2x_02_章节.png"/>
          <p:cNvPicPr>
            <a:picLocks noChangeAspect="1"/>
          </p:cNvPicPr>
          <p:nvPr userDrawn="1">
            <p:custDataLst>
              <p:tags r:id="rId3"/>
            </p:custDataLst>
          </p:nvPr>
        </p:nvPicPr>
        <p:blipFill>
          <a:blip r:embed="rId4" r:link="rId5"/>
          <a:stretch>
            <a:fillRect/>
          </a:stretch>
        </p:blipFill>
        <p:spPr>
          <a:xfrm>
            <a:off x="0" y="0"/>
            <a:ext cx="8366760" cy="6858000"/>
          </a:xfrm>
          <a:prstGeom prst="rect">
            <a:avLst/>
          </a:prstGeom>
        </p:spPr>
      </p:pic>
      <p:sp>
        <p:nvSpPr>
          <p:cNvPr id="2" name="标题 1"/>
          <p:cNvSpPr>
            <a:spLocks noGrp="1"/>
          </p:cNvSpPr>
          <p:nvPr>
            <p:ph type="title" hasCustomPrompt="1"/>
            <p:custDataLst>
              <p:tags r:id="rId6"/>
            </p:custDataLst>
          </p:nvPr>
        </p:nvSpPr>
        <p:spPr>
          <a:xfrm>
            <a:off x="3758565" y="3337560"/>
            <a:ext cx="7410450" cy="2409825"/>
          </a:xfrm>
        </p:spPr>
        <p:txBody>
          <a:bodyPr wrap="square" anchor="t" anchorCtr="0">
            <a:normAutofit/>
          </a:bodyPr>
          <a:lstStyle>
            <a:lvl1pPr algn="r">
              <a:defRPr sz="3600">
                <a:latin typeface="+mj-lt"/>
              </a:defRPr>
            </a:lvl1pPr>
          </a:lstStyle>
          <a:p>
            <a:r>
              <a:rPr lang="en-US" dirty="0">
                <a:latin typeface="+mj-lt"/>
              </a:rPr>
              <a:t>Click to add title</a:t>
            </a:r>
            <a:endParaRPr lang="en-US" dirty="0"/>
          </a:p>
        </p:txBody>
      </p:sp>
      <p:sp>
        <p:nvSpPr>
          <p:cNvPr id="8" name="节编号 3"/>
          <p:cNvSpPr>
            <a:spLocks noGrp="1"/>
          </p:cNvSpPr>
          <p:nvPr>
            <p:ph type="body" sz="quarter" idx="13" hasCustomPrompt="1"/>
            <p:custDataLst>
              <p:tags r:id="rId7"/>
            </p:custDataLst>
          </p:nvPr>
        </p:nvSpPr>
        <p:spPr>
          <a:xfrm>
            <a:off x="3759200" y="1056640"/>
            <a:ext cx="7409815" cy="2280920"/>
          </a:xfrm>
        </p:spPr>
        <p:txBody>
          <a:bodyPr wrap="none" anchor="b" anchorCtr="0">
            <a:normAutofit/>
          </a:bodyPr>
          <a:lstStyle>
            <a:lvl1pPr marL="0" indent="0" algn="r">
              <a:buNone/>
              <a:defRPr sz="5800" b="1">
                <a:solidFill>
                  <a:schemeClr val="accent2"/>
                </a:solidFill>
                <a:latin typeface="+mn-lt"/>
              </a:defRPr>
            </a:lvl1pPr>
          </a:lstStyle>
          <a:p>
            <a:pPr lvl="0"/>
            <a:r>
              <a:rPr lang="en-US" dirty="0">
                <a:latin typeface="+mn-lt"/>
              </a:rPr>
              <a:t>Click to add text</a:t>
            </a:r>
            <a:endParaRPr lang="en-US" dirty="0"/>
          </a:p>
        </p:txBody>
      </p:sp>
      <p:sp>
        <p:nvSpPr>
          <p:cNvPr id="4" name="日期占位符 4"/>
          <p:cNvSpPr>
            <a:spLocks noGrp="1"/>
          </p:cNvSpPr>
          <p:nvPr>
            <p:ph type="dt" sz="half" idx="10"/>
            <p:custDataLst>
              <p:tags r:id="rId8"/>
            </p:custDataLst>
          </p:nvPr>
        </p:nvSpPr>
        <p:spPr/>
        <p:txBody>
          <a:bodyPr wrap="square">
            <a:normAutofit/>
          </a:bodyPr>
          <a:lstStyle/>
          <a:p>
            <a:r>
              <a:rPr lang="en-US"/>
              <a:t>Date Area</a:t>
            </a:r>
            <a:endParaRPr lang="en-US"/>
          </a:p>
        </p:txBody>
      </p:sp>
      <p:sp>
        <p:nvSpPr>
          <p:cNvPr id="5" name="页脚占位符 5"/>
          <p:cNvSpPr>
            <a:spLocks noGrp="1"/>
          </p:cNvSpPr>
          <p:nvPr>
            <p:ph type="ftr" sz="quarter" idx="11"/>
            <p:custDataLst>
              <p:tags r:id="rId9"/>
            </p:custDataLst>
          </p:nvPr>
        </p:nvSpPr>
        <p:spPr/>
        <p:txBody>
          <a:bodyPr/>
          <a:lstStyle/>
          <a:p>
            <a:endParaRPr lang="en-US"/>
          </a:p>
        </p:txBody>
      </p:sp>
      <p:sp>
        <p:nvSpPr>
          <p:cNvPr id="6" name="灯片编号占位符 6"/>
          <p:cNvSpPr>
            <a:spLocks noGrp="1"/>
          </p:cNvSpPr>
          <p:nvPr>
            <p:ph type="sldNum" sz="quarter" idx="12"/>
            <p:custDataLst>
              <p:tags r:id="rId10"/>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vert="horz" wrap="square" lIns="0" tIns="0" rIns="0" bIns="0" rtlCol="0" anchor="ctr">
            <a:normAutofit/>
          </a:bodyPr>
          <a:lstStyle>
            <a:lvl1pPr>
              <a:defRPr lang="en-US" dirty="0">
                <a:latin typeface="+mj-lt"/>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3"/>
            </p:custDataLst>
          </p:nvPr>
        </p:nvSpPr>
        <p:spPr>
          <a:xfrm>
            <a:off x="695960" y="1301750"/>
            <a:ext cx="5323840" cy="4875850"/>
          </a:xfrm>
        </p:spPr>
        <p:txBody>
          <a:bodyPr wrap="square">
            <a:normAutofit/>
          </a:body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4"/>
            </p:custDataLst>
          </p:nvPr>
        </p:nvSpPr>
        <p:spPr>
          <a:xfrm>
            <a:off x="6172200" y="1301750"/>
            <a:ext cx="5323840" cy="4875850"/>
          </a:xfrm>
        </p:spPr>
        <p:txBody>
          <a:bodyPr wrap="square">
            <a:normAutofit/>
          </a:bodyPr>
          <a:lstStyle/>
          <a:p>
            <a:pPr lvl="0"/>
            <a:r>
              <a:rPr lang="en-US" dirty="0">
                <a:latin typeface="+mn-lt"/>
              </a:rPr>
              <a:t>Click to add text</a:t>
            </a:r>
            <a:endParaRPr lang="en-US" dirty="0"/>
          </a:p>
        </p:txBody>
      </p:sp>
      <p:sp>
        <p:nvSpPr>
          <p:cNvPr id="5" name="日期占位符 4"/>
          <p:cNvSpPr>
            <a:spLocks noGrp="1"/>
          </p:cNvSpPr>
          <p:nvPr>
            <p:ph type="dt" sz="half" idx="10"/>
            <p:custDataLst>
              <p:tags r:id="rId5"/>
            </p:custDataLst>
          </p:nvPr>
        </p:nvSpPr>
        <p:spPr/>
        <p:txBody>
          <a:bodyPr wrap="square">
            <a:normAutofit/>
          </a:bodyPr>
          <a:lstStyle/>
          <a:p>
            <a:r>
              <a:rPr lang="en-US"/>
              <a:t>Date Area</a:t>
            </a:r>
            <a:endParaRPr lang="en-US"/>
          </a:p>
        </p:txBody>
      </p:sp>
      <p:sp>
        <p:nvSpPr>
          <p:cNvPr id="6" name="页脚占位符 5"/>
          <p:cNvSpPr>
            <a:spLocks noGrp="1"/>
          </p:cNvSpPr>
          <p:nvPr>
            <p:ph type="ftr" sz="quarter" idx="11"/>
            <p:custDataLst>
              <p:tags r:id="rId6"/>
            </p:custDataLst>
          </p:nvPr>
        </p:nvSpPr>
        <p:spPr/>
        <p:txBody>
          <a:bodyPr/>
          <a:lstStyle/>
          <a:p>
            <a:endParaRPr 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8506" y="266702"/>
            <a:ext cx="10795086" cy="863607"/>
          </a:xfrm>
        </p:spPr>
        <p:txBody>
          <a:bodyPr vert="horz" wrap="square" lIns="0" tIns="0" rIns="0" bIns="0" rtlCol="0" anchor="ctr">
            <a:normAutofit/>
          </a:bodyPr>
          <a:lstStyle>
            <a:lvl1pPr>
              <a:defRPr lang="en-US" dirty="0">
                <a:latin typeface="+mj-lt"/>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695960" y="1301750"/>
            <a:ext cx="5323840" cy="411303"/>
          </a:xfrm>
        </p:spPr>
        <p:txBody>
          <a:bodyPr wrap="square" anchor="b">
            <a:norm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4"/>
            </p:custDataLst>
          </p:nvPr>
        </p:nvSpPr>
        <p:spPr>
          <a:xfrm>
            <a:off x="695960" y="1875099"/>
            <a:ext cx="5323840" cy="4300276"/>
          </a:xfrm>
        </p:spPr>
        <p:txBody>
          <a:bodyPr wrap="square">
            <a:normAutofit/>
          </a:body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5"/>
            </p:custDataLst>
          </p:nvPr>
        </p:nvSpPr>
        <p:spPr>
          <a:xfrm>
            <a:off x="6172200" y="1301750"/>
            <a:ext cx="5323840" cy="411303"/>
          </a:xfrm>
        </p:spPr>
        <p:txBody>
          <a:bodyPr wrap="square" anchor="b">
            <a:norm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6"/>
            </p:custDataLst>
          </p:nvPr>
        </p:nvSpPr>
        <p:spPr>
          <a:xfrm>
            <a:off x="6172200" y="1875099"/>
            <a:ext cx="5323840" cy="4300276"/>
          </a:xfrm>
        </p:spPr>
        <p:txBody>
          <a:bodyPr wrap="square">
            <a:normAutofit/>
          </a:bodyPr>
          <a:lstStyle/>
          <a:p>
            <a:pPr lvl="0"/>
            <a:r>
              <a:rPr lang="en-US" dirty="0">
                <a:latin typeface="+mn-lt"/>
              </a:rPr>
              <a:t>Click to add text</a:t>
            </a:r>
            <a:endParaRPr lang="en-US" dirty="0"/>
          </a:p>
        </p:txBody>
      </p:sp>
      <p:sp>
        <p:nvSpPr>
          <p:cNvPr id="7" name="日期占位符 6"/>
          <p:cNvSpPr>
            <a:spLocks noGrp="1"/>
          </p:cNvSpPr>
          <p:nvPr>
            <p:ph type="dt" sz="half" idx="10"/>
            <p:custDataLst>
              <p:tags r:id="rId7"/>
            </p:custDataLst>
          </p:nvPr>
        </p:nvSpPr>
        <p:spPr/>
        <p:txBody>
          <a:bodyPr wrap="square">
            <a:normAutofit/>
          </a:bodyPr>
          <a:lstStyle/>
          <a:p>
            <a:r>
              <a:rPr lang="en-US"/>
              <a:t>Date Area</a:t>
            </a:r>
            <a:endParaRPr lang="en-US"/>
          </a:p>
        </p:txBody>
      </p:sp>
      <p:sp>
        <p:nvSpPr>
          <p:cNvPr id="8" name="页脚占位符 7"/>
          <p:cNvSpPr>
            <a:spLocks noGrp="1"/>
          </p:cNvSpPr>
          <p:nvPr>
            <p:ph type="ftr" sz="quarter" idx="11"/>
            <p:custDataLst>
              <p:tags r:id="rId8"/>
            </p:custDataLst>
          </p:nvPr>
        </p:nvSpPr>
        <p:spPr/>
        <p:txBody>
          <a:bodyPr/>
          <a:lstStyle/>
          <a:p>
            <a:endParaRPr lang="en-US"/>
          </a:p>
        </p:txBody>
      </p:sp>
      <p:sp>
        <p:nvSpPr>
          <p:cNvPr id="9" name="灯片编号占位符 8"/>
          <p:cNvSpPr>
            <a:spLocks noGrp="1"/>
          </p:cNvSpPr>
          <p:nvPr>
            <p:ph type="sldNum" sz="quarter" idx="12"/>
            <p:custDataLst>
              <p:tags r:id="rId9"/>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a:normAutofit/>
          </a:bodyPr>
          <a:lstStyle/>
          <a:p>
            <a:r>
              <a:rPr lang="en-US" dirty="0">
                <a:latin typeface="+mj-lt"/>
              </a:rPr>
              <a:t>Click to add title</a:t>
            </a:r>
            <a:endParaRPr lang="en-US" dirty="0"/>
          </a:p>
        </p:txBody>
      </p:sp>
      <p:sp>
        <p:nvSpPr>
          <p:cNvPr id="3" name="日期占位符 2"/>
          <p:cNvSpPr>
            <a:spLocks noGrp="1"/>
          </p:cNvSpPr>
          <p:nvPr>
            <p:ph type="dt" sz="half" idx="10"/>
            <p:custDataLst>
              <p:tags r:id="rId3"/>
            </p:custDataLst>
          </p:nvPr>
        </p:nvSpPr>
        <p:spPr/>
        <p:txBody>
          <a:bodyPr wrap="square">
            <a:normAutofit/>
          </a:body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p>
            <a:endParaRPr 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p>
            <a:endParaRPr 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内容占位符 1"/>
          <p:cNvSpPr>
            <a:spLocks noGrp="1"/>
          </p:cNvSpPr>
          <p:nvPr>
            <p:ph idx="1" hasCustomPrompt="1"/>
            <p:custDataLst>
              <p:tags r:id="rId2"/>
            </p:custDataLst>
          </p:nvPr>
        </p:nvSpPr>
        <p:spPr>
          <a:xfrm>
            <a:off x="695960" y="360045"/>
            <a:ext cx="10801985" cy="5817870"/>
          </a:xfrm>
        </p:spPr>
        <p:txBody>
          <a:bodyPr wrap="square">
            <a:normAutofit/>
          </a:bodyPr>
          <a:lstStyle/>
          <a:p>
            <a:pPr lvl="0"/>
            <a:r>
              <a:rPr lang="en-US" dirty="0">
                <a:latin typeface="+mn-lt"/>
              </a:rPr>
              <a:t>Click to add text</a:t>
            </a:r>
            <a:endParaRPr lang="en-US" dirty="0"/>
          </a:p>
        </p:txBody>
      </p:sp>
      <p:sp>
        <p:nvSpPr>
          <p:cNvPr id="4" name="日期占位符 2"/>
          <p:cNvSpPr>
            <a:spLocks noGrp="1"/>
          </p:cNvSpPr>
          <p:nvPr>
            <p:ph type="dt" sz="half" idx="10"/>
            <p:custDataLst>
              <p:tags r:id="rId3"/>
            </p:custDataLst>
          </p:nvPr>
        </p:nvSpPr>
        <p:spPr/>
        <p:txBody>
          <a:bodyPr wrap="square">
            <a:normAutofit/>
          </a:bodyPr>
          <a:lstStyle/>
          <a:p>
            <a:r>
              <a:rPr lang="en-US"/>
              <a:t>Date Area</a:t>
            </a:r>
            <a:endParaRPr lang="en-US"/>
          </a:p>
        </p:txBody>
      </p:sp>
      <p:sp>
        <p:nvSpPr>
          <p:cNvPr id="5" name="页脚占位符 3"/>
          <p:cNvSpPr>
            <a:spLocks noGrp="1"/>
          </p:cNvSpPr>
          <p:nvPr>
            <p:ph type="ftr" sz="quarter" idx="11"/>
            <p:custDataLst>
              <p:tags r:id="rId4"/>
            </p:custDataLst>
          </p:nvPr>
        </p:nvSpPr>
        <p:spPr/>
        <p:txBody>
          <a:bodyPr/>
          <a:lstStyle/>
          <a:p>
            <a:endParaRPr 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8506" y="266702"/>
            <a:ext cx="10795086" cy="863607"/>
          </a:xfrm>
        </p:spPr>
        <p:txBody>
          <a:bodyPr wrap="square">
            <a:normAutofit/>
          </a:bodyPr>
          <a:lstStyle/>
          <a:p>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695960" y="1301750"/>
            <a:ext cx="10799088" cy="405553"/>
          </a:xfrm>
        </p:spPr>
        <p:txBody>
          <a:bodyPr vert="horz" wrap="square" lIns="0" tIns="0" rIns="0" bIns="0" rtlCol="0" anchor="t">
            <a:normAutofit/>
          </a:bodyPr>
          <a:lstStyle>
            <a:lvl1pPr marL="0" marR="0" lvl="0" indent="0" algn="l" defTabSz="914400" rtl="0" eaLnBrk="1" fontAlgn="auto" latinLnBrk="0" hangingPunct="1">
              <a:lnSpc>
                <a:spcPct val="130000"/>
              </a:lnSpc>
              <a:spcBef>
                <a:spcPts val="1000"/>
              </a:spcBef>
              <a:buClrTx/>
              <a:buSzTx/>
              <a:buFont typeface="Arial" panose="020B0604020202020204" pitchFamily="34" charset="0"/>
              <a:buNone/>
              <a:defRPr kumimoji="0" lang="en-US" sz="1800" b="0" i="0" u="none" strike="noStrike" kern="1200" cap="none" spc="0" normalizeH="0" baseline="0" noProof="1" dirty="0">
                <a:solidFill>
                  <a:schemeClr val="tx1"/>
                </a:solidFill>
                <a:latin typeface="+mj-lt"/>
              </a:defRPr>
            </a:lvl1pPr>
          </a:lstStyle>
          <a:p>
            <a:pPr lvl="0"/>
            <a:r>
              <a:rPr>
                <a:latin typeface="+mj-lt"/>
                <a:sym typeface="+mn-ea"/>
              </a:rPr>
              <a:t>Click to add text</a:t>
            </a:r>
            <a:endParaRPr>
              <a:sym typeface="+mn-ea"/>
            </a:endParaRPr>
          </a:p>
        </p:txBody>
      </p:sp>
      <p:sp>
        <p:nvSpPr>
          <p:cNvPr id="7" name="日期占位符 3"/>
          <p:cNvSpPr>
            <a:spLocks noGrp="1"/>
          </p:cNvSpPr>
          <p:nvPr>
            <p:ph type="dt" sz="half" idx="10"/>
            <p:custDataLst>
              <p:tags r:id="rId4"/>
            </p:custDataLst>
          </p:nvPr>
        </p:nvSpPr>
        <p:spPr/>
        <p:txBody>
          <a:bodyPr wrap="square">
            <a:normAutofit/>
          </a:bodyPr>
          <a:lstStyle/>
          <a:p>
            <a:r>
              <a:rPr lang="en-US"/>
              <a:t>Date Area</a:t>
            </a:r>
            <a:endParaRPr lang="en-US"/>
          </a:p>
        </p:txBody>
      </p:sp>
      <p:sp>
        <p:nvSpPr>
          <p:cNvPr id="8" name="页脚占位符 4"/>
          <p:cNvSpPr>
            <a:spLocks noGrp="1"/>
          </p:cNvSpPr>
          <p:nvPr>
            <p:ph type="ftr" sz="quarter" idx="11"/>
            <p:custDataLst>
              <p:tags r:id="rId5"/>
            </p:custDataLst>
          </p:nvPr>
        </p:nvSpPr>
        <p:spPr/>
        <p:txBody>
          <a:bodyPr/>
          <a:lstStyle/>
          <a:p>
            <a:endParaRPr lang="en-US"/>
          </a:p>
        </p:txBody>
      </p:sp>
      <p:sp>
        <p:nvSpPr>
          <p:cNvPr id="9"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sp>
        <p:nvSpPr>
          <p:cNvPr id="16" name="矩形 15"/>
          <p:cNvSpPr/>
          <p:nvPr userDrawn="1">
            <p:custDataLst>
              <p:tags r:id="rId2"/>
            </p:custDataLst>
          </p:nvPr>
        </p:nvSpPr>
        <p:spPr>
          <a:xfrm>
            <a:off x="0" y="0"/>
            <a:ext cx="12192000" cy="6858000"/>
          </a:xfrm>
          <a:prstGeom prst="rect">
            <a:avLst/>
          </a:prstGeom>
          <a:gradFill flip="none" rotWithShape="1">
            <a:gsLst>
              <a:gs pos="0">
                <a:schemeClr val="bg1"/>
              </a:gs>
              <a:gs pos="100000">
                <a:schemeClr val="accent2">
                  <a:lumMod val="40000"/>
                  <a:lumOff val="60000"/>
                  <a:alpha val="34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ng2x_01_结束" descr="C:/Users/kingsoft/AppData/Local/Temp/fig2wpp/@png2x_01_结束.png"/>
          <p:cNvPicPr>
            <a:picLocks noChangeAspect="1"/>
          </p:cNvPicPr>
          <p:nvPr userDrawn="1">
            <p:custDataLst>
              <p:tags r:id="rId3"/>
            </p:custDataLst>
          </p:nvPr>
        </p:nvPicPr>
        <p:blipFill>
          <a:blip r:embed="rId4" r:link="rId5"/>
          <a:stretch>
            <a:fillRect/>
          </a:stretch>
        </p:blipFill>
        <p:spPr>
          <a:xfrm>
            <a:off x="0" y="0"/>
            <a:ext cx="8375650" cy="6455410"/>
          </a:xfrm>
          <a:prstGeom prst="rect">
            <a:avLst/>
          </a:prstGeom>
        </p:spPr>
      </p:pic>
      <p:sp>
        <p:nvSpPr>
          <p:cNvPr id="2" name="标题 1"/>
          <p:cNvSpPr>
            <a:spLocks noGrp="1"/>
          </p:cNvSpPr>
          <p:nvPr>
            <p:ph type="ctrTitle" hasCustomPrompt="1"/>
            <p:custDataLst>
              <p:tags r:id="rId6"/>
            </p:custDataLst>
          </p:nvPr>
        </p:nvSpPr>
        <p:spPr>
          <a:xfrm>
            <a:off x="6095400" y="731520"/>
            <a:ext cx="5257800" cy="2724480"/>
          </a:xfrm>
        </p:spPr>
        <p:txBody>
          <a:bodyPr wrap="square" lIns="0" rIns="0" anchor="b">
            <a:normAutofit/>
          </a:bodyPr>
          <a:lstStyle>
            <a:lvl1pPr algn="r">
              <a:lnSpc>
                <a:spcPct val="100000"/>
              </a:lnSpc>
              <a:defRPr sz="6000">
                <a:latin typeface="+mj-lt"/>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7"/>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8"/>
            </p:custDataLst>
          </p:nvPr>
        </p:nvSpPr>
        <p:spPr/>
        <p:txBody>
          <a:bodyPr/>
          <a:lstStyle/>
          <a:p>
            <a:endParaRPr lang="en-US"/>
          </a:p>
        </p:txBody>
      </p:sp>
      <p:sp>
        <p:nvSpPr>
          <p:cNvPr id="6" name="灯片编号占位符 5"/>
          <p:cNvSpPr>
            <a:spLocks noGrp="1"/>
          </p:cNvSpPr>
          <p:nvPr>
            <p:ph type="sldNum" sz="quarter" idx="12"/>
            <p:custDataLst>
              <p:tags r:id="rId9"/>
            </p:custDataLst>
          </p:nvPr>
        </p:nvSpPr>
        <p:spPr>
          <a:xfrm>
            <a:off x="8610600" y="6356350"/>
            <a:ext cx="2743200" cy="365125"/>
          </a:xfrm>
        </p:spPr>
        <p:txBody>
          <a:bodyPr wrap="square">
            <a:normAutofit/>
          </a:bodyPr>
          <a:lstStyle/>
          <a:p>
            <a:fld id="{BE5F26B5-172A-4DC2-B0B7-181CFC56B87C}" type="slidenum">
              <a:rPr lang="en-US" smtClean="0"/>
            </a:fld>
            <a:endParaRPr lang="en-US"/>
          </a:p>
        </p:txBody>
      </p:sp>
      <p:sp>
        <p:nvSpPr>
          <p:cNvPr id="24" name="署名占位符 10"/>
          <p:cNvSpPr>
            <a:spLocks noGrp="1"/>
          </p:cNvSpPr>
          <p:nvPr>
            <p:ph type="body" sz="quarter" idx="17" hasCustomPrompt="1"/>
            <p:custDataLst>
              <p:tags r:id="rId10"/>
            </p:custDataLst>
          </p:nvPr>
        </p:nvSpPr>
        <p:spPr>
          <a:xfrm>
            <a:off x="6096000" y="3943800"/>
            <a:ext cx="5257800" cy="2412550"/>
          </a:xfrm>
        </p:spPr>
        <p:txBody>
          <a:bodyPr wrap="square" rIns="0" anchor="t">
            <a:normAutofit/>
          </a:bodyPr>
          <a:lstStyle>
            <a:lvl1pPr marL="0" indent="0" algn="r">
              <a:lnSpc>
                <a:spcPct val="100000"/>
              </a:lnSpc>
              <a:buNone/>
              <a:defRPr sz="2000" b="0">
                <a:latin typeface="+mn-lt"/>
              </a:defRPr>
            </a:lvl1pPr>
          </a:lstStyle>
          <a:p>
            <a:pPr lvl="0"/>
            <a:r>
              <a:rPr lang="en-US" dirty="0">
                <a:latin typeface="+mn-lt"/>
              </a:rPr>
              <a:t>Click to add text</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4" Type="http://schemas.openxmlformats.org/officeDocument/2006/relationships/theme" Target="../theme/theme2.xml"/><Relationship Id="rId23" Type="http://schemas.openxmlformats.org/officeDocument/2006/relationships/tags" Target="../tags/tag135.xml"/><Relationship Id="rId22" Type="http://schemas.openxmlformats.org/officeDocument/2006/relationships/tags" Target="../tags/tag134.xml"/><Relationship Id="rId21" Type="http://schemas.openxmlformats.org/officeDocument/2006/relationships/tags" Target="../tags/tag133.xml"/><Relationship Id="rId20" Type="http://schemas.openxmlformats.org/officeDocument/2006/relationships/tags" Target="../tags/tag132.xml"/><Relationship Id="rId2" Type="http://schemas.openxmlformats.org/officeDocument/2006/relationships/slideLayout" Target="../slideLayouts/slideLayout13.xml"/><Relationship Id="rId19" Type="http://schemas.openxmlformats.org/officeDocument/2006/relationships/tags" Target="../tags/tag131.xml"/><Relationship Id="rId18" Type="http://schemas.openxmlformats.org/officeDocument/2006/relationships/tags" Target="../tags/tag130.xml"/><Relationship Id="rId17" Type="http://schemas.openxmlformats.org/officeDocument/2006/relationships/image" Target="../media/image7.png"/><Relationship Id="rId16" Type="http://schemas.openxmlformats.org/officeDocument/2006/relationships/tags" Target="../tags/tag129.xml"/><Relationship Id="rId15" Type="http://schemas.openxmlformats.org/officeDocument/2006/relationships/image" Target="NULL" TargetMode="External"/><Relationship Id="rId14" Type="http://schemas.openxmlformats.org/officeDocument/2006/relationships/image" Target="../media/image6.png"/><Relationship Id="rId13" Type="http://schemas.openxmlformats.org/officeDocument/2006/relationships/tags" Target="../tags/tag128.xml"/><Relationship Id="rId12" Type="http://schemas.openxmlformats.org/officeDocument/2006/relationships/tags" Target="../tags/tag127.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矩形 12"/>
          <p:cNvSpPr/>
          <p:nvPr userDrawn="1">
            <p:custDataLst>
              <p:tags r:id="rId12"/>
            </p:custDataLst>
          </p:nvPr>
        </p:nvSpPr>
        <p:spPr>
          <a:xfrm>
            <a:off x="0" y="0"/>
            <a:ext cx="12192000" cy="6858000"/>
          </a:xfrm>
          <a:prstGeom prst="rect">
            <a:avLst/>
          </a:prstGeom>
          <a:gradFill flip="none" rotWithShape="1">
            <a:gsLst>
              <a:gs pos="0">
                <a:schemeClr val="bg1"/>
              </a:gs>
              <a:gs pos="100000">
                <a:schemeClr val="accent2">
                  <a:lumMod val="40000"/>
                  <a:lumOff val="60000"/>
                  <a:alpha val="34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pic>
        <p:nvPicPr>
          <p:cNvPr id="11" name="@png2x_02_正文"/>
          <p:cNvPicPr>
            <a:picLocks noChangeAspect="1"/>
          </p:cNvPicPr>
          <p:nvPr userDrawn="1">
            <p:custDataLst>
              <p:tags r:id="rId13"/>
            </p:custDataLst>
          </p:nvPr>
        </p:nvPicPr>
        <p:blipFill>
          <a:blip r:embed="rId14" r:link="rId15"/>
          <a:stretch>
            <a:fillRect/>
          </a:stretch>
        </p:blipFill>
        <p:spPr>
          <a:xfrm>
            <a:off x="1587" y="0"/>
            <a:ext cx="4279265" cy="2276475"/>
          </a:xfrm>
          <a:prstGeom prst="rect">
            <a:avLst/>
          </a:prstGeom>
        </p:spPr>
      </p:pic>
      <p:pic>
        <p:nvPicPr>
          <p:cNvPr id="12" name="@png2x_01_正文"/>
          <p:cNvPicPr>
            <a:picLocks noChangeAspect="1"/>
          </p:cNvPicPr>
          <p:nvPr userDrawn="1">
            <p:custDataLst>
              <p:tags r:id="rId16"/>
            </p:custDataLst>
          </p:nvPr>
        </p:nvPicPr>
        <p:blipFill>
          <a:blip r:embed="rId17" r:link="rId15"/>
          <a:stretch>
            <a:fillRect/>
          </a:stretch>
        </p:blipFill>
        <p:spPr>
          <a:xfrm>
            <a:off x="10341913" y="4638501"/>
            <a:ext cx="1847864" cy="2218863"/>
          </a:xfrm>
          <a:prstGeom prst="rect">
            <a:avLst/>
          </a:prstGeom>
        </p:spPr>
      </p:pic>
      <p:sp>
        <p:nvSpPr>
          <p:cNvPr id="2" name="标题占位符 1"/>
          <p:cNvSpPr>
            <a:spLocks noGrp="1"/>
          </p:cNvSpPr>
          <p:nvPr>
            <p:ph type="title"/>
            <p:custDataLst>
              <p:tags r:id="rId18"/>
            </p:custDataLst>
          </p:nvPr>
        </p:nvSpPr>
        <p:spPr>
          <a:xfrm>
            <a:off x="695960" y="360000"/>
            <a:ext cx="10800000" cy="720000"/>
          </a:xfrm>
          <a:prstGeom prst="rect">
            <a:avLst/>
          </a:prstGeom>
        </p:spPr>
        <p:txBody>
          <a:bodyPr vert="horz" wrap="square" lIns="0" tIns="0" rIns="0" bIns="0" rtlCol="0" anchor="ctr">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19"/>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20"/>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defRPr>
            </a:lvl1pPr>
          </a:lstStyle>
          <a:p>
            <a:r>
              <a:rPr lang="en-US"/>
              <a:t>Date Area</a:t>
            </a:r>
            <a:endParaRPr lang="en-US"/>
          </a:p>
        </p:txBody>
      </p:sp>
      <p:sp>
        <p:nvSpPr>
          <p:cNvPr id="5" name="页脚占位符 4"/>
          <p:cNvSpPr>
            <a:spLocks noGrp="1"/>
          </p:cNvSpPr>
          <p:nvPr>
            <p:ph type="ftr" sz="quarter" idx="3"/>
            <p:custDataLst>
              <p:tags r:id="rId21"/>
            </p:custDataLst>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endParaRPr lang="en-US" dirty="0"/>
          </a:p>
        </p:txBody>
      </p:sp>
      <p:sp>
        <p:nvSpPr>
          <p:cNvPr id="6" name="灯片编号占位符 5"/>
          <p:cNvSpPr>
            <a:spLocks noGrp="1"/>
          </p:cNvSpPr>
          <p:nvPr>
            <p:ph type="sldNum" sz="quarter" idx="4"/>
            <p:custDataLst>
              <p:tags r:id="rId22"/>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defRPr>
            </a:lvl1pPr>
          </a:lstStyle>
          <a:p>
            <a:fld id="{BE5F26B5-172A-4DC2-B0B7-181CFC56B87C}" type="slidenum">
              <a:rPr lang="en-US" smtClean="0"/>
            </a:fld>
            <a:endParaRPr lang="en-US"/>
          </a:p>
        </p:txBody>
      </p:sp>
      <p:sp>
        <p:nvSpPr>
          <p:cNvPr id="7" name="KSO_TEMPLATE" hidden="1"/>
          <p:cNvSpPr/>
          <p:nvPr userDrawn="1">
            <p:custDataLst>
              <p:tags r:id="rId2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100000"/>
        </a:lnSpc>
        <a:spcBef>
          <a:spcPct val="0"/>
        </a:spcBef>
        <a:buNone/>
        <a:defRPr sz="3200" b="1" kern="1200">
          <a:solidFill>
            <a:schemeClr val="tx1"/>
          </a:solidFill>
          <a:latin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ea"/>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40.xml"/><Relationship Id="rId1" Type="http://schemas.openxmlformats.org/officeDocument/2006/relationships/tags" Target="../tags/tag139.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42.xml"/><Relationship Id="rId1" Type="http://schemas.openxmlformats.org/officeDocument/2006/relationships/tags" Target="../tags/tag14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44.xml"/><Relationship Id="rId1" Type="http://schemas.openxmlformats.org/officeDocument/2006/relationships/tags" Target="../tags/tag143.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openxmlformats.org/officeDocument/2006/relationships/tags" Target="../tags/tag146.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tags" Target="../tags/tag14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48.xml"/><Relationship Id="rId1" Type="http://schemas.openxmlformats.org/officeDocument/2006/relationships/tags" Target="../tags/tag14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50.xml"/><Relationship Id="rId1" Type="http://schemas.openxmlformats.org/officeDocument/2006/relationships/tags" Target="../tags/tag149.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52.xml"/><Relationship Id="rId1" Type="http://schemas.openxmlformats.org/officeDocument/2006/relationships/tags" Target="../tags/tag1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p:cNvSpPr>
            <a:spLocks noGrp="1"/>
          </p:cNvSpPr>
          <p:nvPr>
            <p:ph type="ctrTitle"/>
            <p:custDataLst>
              <p:tags r:id="rId1"/>
            </p:custDataLst>
          </p:nvPr>
        </p:nvSpPr>
        <p:spPr>
          <a:xfrm>
            <a:off x="838200" y="2455545"/>
            <a:ext cx="5974080" cy="2397760"/>
          </a:xfrm>
        </p:spPr>
        <p:txBody>
          <a:bodyPr anchor="ctr" anchorCtr="0"/>
          <a:lstStyle/>
          <a:p>
            <a:pPr marL="0" indent="0" algn="l">
              <a:lnSpc>
                <a:spcPct val="100000"/>
              </a:lnSpc>
              <a:spcBef>
                <a:spcPts val="0"/>
              </a:spcBef>
              <a:spcAft>
                <a:spcPts val="0"/>
              </a:spcAft>
              <a:buSzPct val="100000"/>
            </a:pPr>
            <a:r>
              <a:rPr lang="en-US" dirty="0">
                <a:ea typeface="+mj-ea"/>
              </a:rPr>
              <a:t>CUSTOMER CHURN PREDICTION</a:t>
            </a:r>
            <a:endParaRPr lang="en-US" dirty="0">
              <a:ea typeface="+mj-ea"/>
            </a:endParaRPr>
          </a:p>
        </p:txBody>
      </p:sp>
      <p:sp>
        <p:nvSpPr>
          <p:cNvPr id="17" name="署名"/>
          <p:cNvSpPr>
            <a:spLocks noGrp="1"/>
          </p:cNvSpPr>
          <p:nvPr>
            <p:ph type="body" sz="quarter" idx="17"/>
            <p:custDataLst>
              <p:tags r:id="rId2"/>
            </p:custDataLst>
          </p:nvPr>
        </p:nvSpPr>
        <p:spPr>
          <a:xfrm>
            <a:off x="838200" y="4968875"/>
            <a:ext cx="5974080" cy="1186815"/>
          </a:xfrm>
        </p:spPr>
        <p:txBody>
          <a:bodyPr/>
          <a:lstStyle/>
          <a:p>
            <a:r>
              <a:rPr lang="en-US">
                <a:ea typeface="+mn-ea"/>
              </a:rPr>
              <a:t>BY ADITYA RAVICHANDAR</a:t>
            </a:r>
            <a:endParaRPr lang="en-US">
              <a:ea typeface="+mn-ea"/>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vert="horz" wrap="square" lIns="0" tIns="0" rIns="0" bIns="0" rtlCol="0" anchor="ctr">
            <a:noAutofit/>
          </a:bodyPr>
          <a:lstStyle/>
          <a:p>
            <a:pPr lvl="0" algn="ctr">
              <a:buClrTx/>
              <a:buSzTx/>
              <a:buFontTx/>
            </a:pPr>
            <a:r>
              <a:rPr lang="en-US" sz="4800" dirty="0">
                <a:latin typeface="+mj-lt"/>
                <a:ea typeface="+mj-ea"/>
                <a:cs typeface="+mn-ea"/>
                <a:sym typeface="+mn-ea"/>
              </a:rPr>
              <a:t>CONTENTS</a:t>
            </a:r>
            <a:endParaRPr lang="en-US" sz="4800" dirty="0">
              <a:latin typeface="+mj-lt"/>
              <a:ea typeface="+mj-ea"/>
              <a:cs typeface="+mn-ea"/>
              <a:sym typeface="+mn-ea"/>
            </a:endParaRPr>
          </a:p>
        </p:txBody>
      </p:sp>
      <p:sp>
        <p:nvSpPr>
          <p:cNvPr id="6" name="Text Box 5"/>
          <p:cNvSpPr txBox="1"/>
          <p:nvPr/>
        </p:nvSpPr>
        <p:spPr>
          <a:xfrm>
            <a:off x="200660" y="1499870"/>
            <a:ext cx="11840210" cy="3046095"/>
          </a:xfrm>
          <a:prstGeom prst="rect">
            <a:avLst/>
          </a:prstGeom>
          <a:noFill/>
        </p:spPr>
        <p:txBody>
          <a:bodyPr wrap="square" rtlCol="0">
            <a:spAutoFit/>
          </a:bodyPr>
          <a:p>
            <a:pPr marL="285750" indent="-285750">
              <a:buFont typeface="Arial" panose="020B0604020202020204" pitchFamily="34" charset="0"/>
              <a:buChar char="•"/>
            </a:pPr>
            <a:endParaRPr lang="en-US" sz="3200"/>
          </a:p>
          <a:p>
            <a:pPr marL="285750" indent="-285750">
              <a:buFont typeface="Arial" panose="020B0604020202020204" pitchFamily="34" charset="0"/>
              <a:buChar char="•"/>
            </a:pPr>
            <a:r>
              <a:rPr lang="en-US" sz="3200"/>
              <a:t>PROBLEMS </a:t>
            </a:r>
            <a:endParaRPr lang="en-US" sz="3200"/>
          </a:p>
          <a:p>
            <a:pPr marL="285750" indent="-285750">
              <a:buFont typeface="Arial" panose="020B0604020202020204" pitchFamily="34" charset="0"/>
              <a:buChar char="•"/>
            </a:pPr>
            <a:r>
              <a:rPr lang="en-US" sz="3200"/>
              <a:t>DESIGN</a:t>
            </a:r>
            <a:endParaRPr lang="en-US" sz="3200"/>
          </a:p>
          <a:p>
            <a:pPr marL="285750" indent="-285750">
              <a:buFont typeface="Arial" panose="020B0604020202020204" pitchFamily="34" charset="0"/>
              <a:buChar char="•"/>
            </a:pPr>
            <a:r>
              <a:rPr lang="en-US" sz="3200"/>
              <a:t>CHALLENGES</a:t>
            </a:r>
            <a:endParaRPr lang="en-US" sz="3200"/>
          </a:p>
          <a:p>
            <a:pPr marL="285750" indent="-285750">
              <a:buFont typeface="Arial" panose="020B0604020202020204" pitchFamily="34" charset="0"/>
              <a:buChar char="•"/>
            </a:pPr>
            <a:r>
              <a:rPr lang="en-US" sz="3200"/>
              <a:t>RESULTS</a:t>
            </a:r>
            <a:endParaRPr lang="en-US" sz="3200"/>
          </a:p>
          <a:p>
            <a:pPr marL="285750" indent="-285750">
              <a:buFont typeface="Arial" panose="020B0604020202020204" pitchFamily="34" charset="0"/>
              <a:buChar char="•"/>
            </a:pPr>
            <a:r>
              <a:rPr lang="en-US" sz="3200"/>
              <a:t>NEXT STEPS</a:t>
            </a:r>
            <a:endParaRPr lang="en-US" sz="3200"/>
          </a:p>
        </p:txBody>
      </p:sp>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95960" y="471760"/>
            <a:ext cx="10800000" cy="720000"/>
          </a:xfrm>
        </p:spPr>
        <p:txBody>
          <a:bodyPr/>
          <a:p>
            <a:r>
              <a:rPr lang="en-US"/>
              <a:t>Problems</a:t>
            </a:r>
            <a:endParaRPr lang="en-US"/>
          </a:p>
        </p:txBody>
      </p:sp>
      <p:sp>
        <p:nvSpPr>
          <p:cNvPr id="3" name="Text Box 2"/>
          <p:cNvSpPr txBox="1"/>
          <p:nvPr/>
        </p:nvSpPr>
        <p:spPr>
          <a:xfrm>
            <a:off x="291465" y="1464945"/>
            <a:ext cx="11459210" cy="6739255"/>
          </a:xfrm>
          <a:prstGeom prst="rect">
            <a:avLst/>
          </a:prstGeom>
          <a:noFill/>
        </p:spPr>
        <p:txBody>
          <a:bodyPr wrap="square" rtlCol="0">
            <a:spAutoFit/>
          </a:bodyPr>
          <a:p>
            <a:pPr marL="342900" indent="-342900">
              <a:buAutoNum type="arabicPeriod"/>
            </a:pPr>
            <a:r>
              <a:rPr lang="en-US" altLang="en-US"/>
              <a:t>Acquisition vs. Retention Cost: It is widely documented that acquiring a new customer costs significantly more (often 5 to 25 times more) than retaining an existing one.</a:t>
            </a:r>
            <a:endParaRPr lang="en-US" altLang="en-US"/>
          </a:p>
          <a:p>
            <a:pPr marL="342900" indent="-342900">
              <a:buAutoNum type="arabicPeriod"/>
            </a:pPr>
            <a:endParaRPr lang="en-US" altLang="en-US"/>
          </a:p>
          <a:p>
            <a:pPr marL="342900" indent="-342900">
              <a:buAutoNum type="arabicPeriod"/>
            </a:pPr>
            <a:r>
              <a:rPr lang="en-US" altLang="en-US"/>
              <a:t>Revenue Leakage: Churn directly drains recurring revenue (Monthly Recurring Revenue / Annual Recurring Revenue), making long-term growth difficult if customer loss outpaces acquisition.</a:t>
            </a:r>
            <a:endParaRPr lang="en-US" altLang="en-US"/>
          </a:p>
          <a:p>
            <a:pPr marL="342900" indent="-342900">
              <a:buAutoNum type="arabicPeriod"/>
            </a:pPr>
            <a:endParaRPr lang="en-US" altLang="en-US"/>
          </a:p>
          <a:p>
            <a:pPr marL="342900" indent="-342900">
              <a:buAutoNum type="arabicPeriod"/>
            </a:pPr>
            <a:r>
              <a:rPr lang="en-US" altLang="en-US"/>
              <a:t>Complex, Multi-Faceted Behavior: Churn is rarely triggered by a single event. It is usually driven by a combination of factors:</a:t>
            </a:r>
            <a:endParaRPr lang="en-US" altLang="en-US"/>
          </a:p>
          <a:p>
            <a:endParaRPr lang="en-US" altLang="en-US"/>
          </a:p>
          <a:p>
            <a:pPr marL="285750" indent="-285750">
              <a:buFont typeface="Arial" panose="020B0604020202020204" pitchFamily="34" charset="0"/>
              <a:buChar char="•"/>
            </a:pPr>
            <a:r>
              <a:rPr lang="en-US" altLang="en-US"/>
              <a:t>Short tenure (new customers are often at the highest risk).</a:t>
            </a:r>
            <a:endParaRPr lang="en-US" altLang="en-US"/>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High monthly charges or billing disputes.</a:t>
            </a:r>
            <a:endParaRPr lang="en-US" altLang="en-US"/>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Lack of feature engagement (e.g., low usage trends or no streaming/tech support add-ons).</a:t>
            </a:r>
            <a:endParaRPr lang="en-US" altLang="en-US"/>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Contract types (month-to-month contracts exhibit much higher churn compared to 1- or 2-year commitments).</a:t>
            </a:r>
            <a:endParaRPr lang="en-US" altLang="en-US"/>
          </a:p>
          <a:p>
            <a:endParaRPr lang="en-US" altLang="en-US"/>
          </a:p>
          <a:p>
            <a:endParaRPr lang="en-US" altLang="en-US"/>
          </a:p>
          <a:p>
            <a:endParaRPr lang="en-US" altLang="en-US"/>
          </a:p>
          <a:p>
            <a:endParaRPr lang="en-US" altLang="en-US"/>
          </a:p>
          <a:p>
            <a:endParaRPr lang="en-US" altLang="en-US"/>
          </a:p>
          <a:p>
            <a:endParaRPr lang="en-US" altLang="en-US"/>
          </a:p>
        </p:txBody>
      </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DESIGN FOR THIS PROJECT</a:t>
            </a:r>
            <a:endParaRPr lang="en-US"/>
          </a:p>
        </p:txBody>
      </p:sp>
      <p:sp>
        <p:nvSpPr>
          <p:cNvPr id="3" name="Rounded Rectangle 2"/>
          <p:cNvSpPr/>
          <p:nvPr/>
        </p:nvSpPr>
        <p:spPr>
          <a:xfrm>
            <a:off x="609600" y="3101022"/>
            <a:ext cx="2386012" cy="1276350"/>
          </a:xfrm>
          <a:prstGeom prst="roundRect">
            <a:avLst>
              <a:gd name="adj" fmla="val 597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1862" y="3191510"/>
            <a:ext cx="2386012" cy="1095375"/>
          </a:xfrm>
          <a:prstGeom prst="roundRect">
            <a:avLst>
              <a:gd name="adj" fmla="val 69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334125" y="3191510"/>
            <a:ext cx="2386012" cy="1095375"/>
          </a:xfrm>
          <a:prstGeom prst="roundRect">
            <a:avLst>
              <a:gd name="adj" fmla="val 69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96387" y="3191510"/>
            <a:ext cx="2386012" cy="1095375"/>
          </a:xfrm>
          <a:prstGeom prst="roundRect">
            <a:avLst>
              <a:gd name="adj" fmla="val 69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6823" y="3329622"/>
            <a:ext cx="2531566" cy="200025"/>
          </a:xfrm>
          <a:prstGeom prst="rect">
            <a:avLst/>
          </a:prstGeom>
          <a:noFill/>
        </p:spPr>
        <p:txBody>
          <a:bodyPr wrap="none" lIns="0" tIns="0" rIns="0" bIns="0" anchor="t">
            <a:spAutoFit/>
          </a:bodyPr>
          <a:lstStyle/>
          <a:p>
            <a:pPr algn="ctr"/>
            <a:r>
              <a:rPr sz="1350" b="1" i="0" u="none">
                <a:solidFill>
                  <a:srgbClr val="0F172A"/>
                </a:solidFill>
                <a:latin typeface="Inter" panose="02000503000000020004"/>
              </a:rPr>
              <a:t>1. Ingestion &amp; EDA</a:t>
            </a:r>
            <a:endParaRPr sz="1350" b="1" i="0" u="none">
              <a:solidFill>
                <a:srgbClr val="0F172A"/>
              </a:solidFill>
              <a:latin typeface="Inter" panose="02000503000000020004"/>
            </a:endParaRPr>
          </a:p>
        </p:txBody>
      </p:sp>
      <p:sp>
        <p:nvSpPr>
          <p:cNvPr id="11" name="TextBox 10"/>
          <p:cNvSpPr txBox="1"/>
          <p:nvPr/>
        </p:nvSpPr>
        <p:spPr>
          <a:xfrm>
            <a:off x="597098" y="3605847"/>
            <a:ext cx="2411015" cy="542925"/>
          </a:xfrm>
          <a:prstGeom prst="rect">
            <a:avLst/>
          </a:prstGeom>
          <a:noFill/>
        </p:spPr>
        <p:txBody>
          <a:bodyPr wrap="square" lIns="0" tIns="0" rIns="0" bIns="0" anchor="t">
            <a:spAutoFit/>
          </a:bodyPr>
          <a:lstStyle/>
          <a:p>
            <a:pPr algn="ctr"/>
            <a:r>
              <a:rPr sz="1125" b="0" i="0" u="none">
                <a:solidFill>
                  <a:srgbClr val="64748B"/>
                </a:solidFill>
                <a:latin typeface="Inter" panose="02000503000000020004"/>
              </a:rPr>
              <a:t>PostgreSQL/SQLite ingestion &amp; churn trend analysis.</a:t>
            </a:r>
            <a:endParaRPr sz="1125" b="0" i="0" u="none">
              <a:solidFill>
                <a:srgbClr val="64748B"/>
              </a:solidFill>
              <a:latin typeface="Inter" panose="02000503000000020004"/>
            </a:endParaRPr>
          </a:p>
        </p:txBody>
      </p:sp>
      <p:sp>
        <p:nvSpPr>
          <p:cNvPr id="12" name="TextBox 11"/>
          <p:cNvSpPr txBox="1"/>
          <p:nvPr/>
        </p:nvSpPr>
        <p:spPr>
          <a:xfrm>
            <a:off x="3399085" y="3420110"/>
            <a:ext cx="2531566" cy="200025"/>
          </a:xfrm>
          <a:prstGeom prst="rect">
            <a:avLst/>
          </a:prstGeom>
          <a:noFill/>
        </p:spPr>
        <p:txBody>
          <a:bodyPr wrap="none" lIns="0" tIns="0" rIns="0" bIns="0" anchor="t">
            <a:spAutoFit/>
          </a:bodyPr>
          <a:lstStyle/>
          <a:p>
            <a:pPr algn="ctr"/>
            <a:r>
              <a:rPr sz="1350" b="1" i="0" u="none">
                <a:solidFill>
                  <a:srgbClr val="0F172A"/>
                </a:solidFill>
                <a:latin typeface="Inter" panose="02000503000000020004"/>
              </a:rPr>
              <a:t>2. Modeling</a:t>
            </a:r>
            <a:endParaRPr sz="1350" b="1" i="0" u="none">
              <a:solidFill>
                <a:srgbClr val="0F172A"/>
              </a:solidFill>
              <a:latin typeface="Inter" panose="02000503000000020004"/>
            </a:endParaRPr>
          </a:p>
        </p:txBody>
      </p:sp>
      <p:sp>
        <p:nvSpPr>
          <p:cNvPr id="13" name="TextBox 12"/>
          <p:cNvSpPr txBox="1"/>
          <p:nvPr/>
        </p:nvSpPr>
        <p:spPr>
          <a:xfrm>
            <a:off x="3459360" y="3696335"/>
            <a:ext cx="2411015" cy="361950"/>
          </a:xfrm>
          <a:prstGeom prst="rect">
            <a:avLst/>
          </a:prstGeom>
          <a:noFill/>
        </p:spPr>
        <p:txBody>
          <a:bodyPr wrap="square" lIns="0" tIns="0" rIns="0" bIns="0" anchor="t">
            <a:spAutoFit/>
          </a:bodyPr>
          <a:lstStyle/>
          <a:p>
            <a:pPr algn="ctr"/>
            <a:r>
              <a:rPr sz="1125" b="0" i="0" u="none">
                <a:solidFill>
                  <a:srgbClr val="64748B"/>
                </a:solidFill>
                <a:latin typeface="Inter" panose="02000503000000020004"/>
              </a:rPr>
              <a:t>LightGBM + SHAP, Survival Analysis &amp; CausalML Uplift.</a:t>
            </a:r>
            <a:endParaRPr sz="1125" b="0" i="0" u="none">
              <a:solidFill>
                <a:srgbClr val="64748B"/>
              </a:solidFill>
              <a:latin typeface="Inter" panose="02000503000000020004"/>
            </a:endParaRPr>
          </a:p>
        </p:txBody>
      </p:sp>
      <p:sp>
        <p:nvSpPr>
          <p:cNvPr id="14" name="TextBox 13"/>
          <p:cNvSpPr txBox="1"/>
          <p:nvPr/>
        </p:nvSpPr>
        <p:spPr>
          <a:xfrm>
            <a:off x="6261348" y="3420110"/>
            <a:ext cx="2531566" cy="200025"/>
          </a:xfrm>
          <a:prstGeom prst="rect">
            <a:avLst/>
          </a:prstGeom>
          <a:noFill/>
        </p:spPr>
        <p:txBody>
          <a:bodyPr wrap="none" lIns="0" tIns="0" rIns="0" bIns="0" anchor="t">
            <a:spAutoFit/>
          </a:bodyPr>
          <a:lstStyle/>
          <a:p>
            <a:pPr algn="ctr"/>
            <a:r>
              <a:rPr sz="1350" b="1" i="0" u="none">
                <a:solidFill>
                  <a:srgbClr val="0F172A"/>
                </a:solidFill>
                <a:latin typeface="Inter" panose="02000503000000020004"/>
              </a:rPr>
              <a:t>3. Serialization</a:t>
            </a:r>
            <a:endParaRPr sz="1350" b="1" i="0" u="none">
              <a:solidFill>
                <a:srgbClr val="0F172A"/>
              </a:solidFill>
              <a:latin typeface="Inter" panose="02000503000000020004"/>
            </a:endParaRPr>
          </a:p>
        </p:txBody>
      </p:sp>
      <p:sp>
        <p:nvSpPr>
          <p:cNvPr id="15" name="TextBox 14"/>
          <p:cNvSpPr txBox="1"/>
          <p:nvPr/>
        </p:nvSpPr>
        <p:spPr>
          <a:xfrm>
            <a:off x="6321623" y="3696335"/>
            <a:ext cx="2411015" cy="173355"/>
          </a:xfrm>
          <a:prstGeom prst="rect">
            <a:avLst/>
          </a:prstGeom>
          <a:noFill/>
        </p:spPr>
        <p:txBody>
          <a:bodyPr wrap="square" lIns="0" tIns="0" rIns="0" bIns="0" anchor="t">
            <a:spAutoFit/>
          </a:bodyPr>
          <a:lstStyle/>
          <a:p>
            <a:pPr algn="ctr"/>
            <a:r>
              <a:rPr sz="1125" b="0" i="0" u="none">
                <a:solidFill>
                  <a:srgbClr val="64748B"/>
                </a:solidFill>
                <a:latin typeface="Inter" panose="02000503000000020004"/>
              </a:rPr>
              <a:t>Joblib model dumps (`.pkl`).</a:t>
            </a:r>
            <a:endParaRPr sz="1125" b="0" i="0" u="none">
              <a:solidFill>
                <a:srgbClr val="64748B"/>
              </a:solidFill>
              <a:latin typeface="Inter" panose="02000503000000020004"/>
            </a:endParaRPr>
          </a:p>
        </p:txBody>
      </p:sp>
      <p:sp>
        <p:nvSpPr>
          <p:cNvPr id="16" name="TextBox 15"/>
          <p:cNvSpPr txBox="1"/>
          <p:nvPr/>
        </p:nvSpPr>
        <p:spPr>
          <a:xfrm>
            <a:off x="9123610" y="3420110"/>
            <a:ext cx="2531566" cy="200025"/>
          </a:xfrm>
          <a:prstGeom prst="rect">
            <a:avLst/>
          </a:prstGeom>
          <a:noFill/>
        </p:spPr>
        <p:txBody>
          <a:bodyPr wrap="none" lIns="0" tIns="0" rIns="0" bIns="0" anchor="t">
            <a:spAutoFit/>
          </a:bodyPr>
          <a:lstStyle/>
          <a:p>
            <a:pPr algn="ctr"/>
            <a:r>
              <a:rPr sz="1350" b="1" i="0" u="none">
                <a:solidFill>
                  <a:srgbClr val="0F172A"/>
                </a:solidFill>
                <a:latin typeface="Inter" panose="02000503000000020004"/>
              </a:rPr>
              <a:t>4. Streamlit App</a:t>
            </a:r>
            <a:endParaRPr sz="1350" b="1" i="0" u="none">
              <a:solidFill>
                <a:srgbClr val="0F172A"/>
              </a:solidFill>
              <a:latin typeface="Inter" panose="02000503000000020004"/>
            </a:endParaRPr>
          </a:p>
        </p:txBody>
      </p:sp>
      <p:sp>
        <p:nvSpPr>
          <p:cNvPr id="17" name="TextBox 16"/>
          <p:cNvSpPr txBox="1"/>
          <p:nvPr/>
        </p:nvSpPr>
        <p:spPr>
          <a:xfrm>
            <a:off x="9183885" y="3696335"/>
            <a:ext cx="2411015" cy="361950"/>
          </a:xfrm>
          <a:prstGeom prst="rect">
            <a:avLst/>
          </a:prstGeom>
          <a:noFill/>
        </p:spPr>
        <p:txBody>
          <a:bodyPr wrap="square" lIns="0" tIns="0" rIns="0" bIns="0" anchor="t">
            <a:spAutoFit/>
          </a:bodyPr>
          <a:lstStyle/>
          <a:p>
            <a:pPr algn="ctr"/>
            <a:r>
              <a:rPr sz="1125" b="0" i="0" u="none">
                <a:solidFill>
                  <a:srgbClr val="64748B"/>
                </a:solidFill>
                <a:latin typeface="Inter" panose="02000503000000020004"/>
              </a:rPr>
              <a:t>Interactive ROI Simulator deployed via Cloudflare.</a:t>
            </a:r>
            <a:endParaRPr sz="1125" b="0" i="0" u="none">
              <a:solidFill>
                <a:srgbClr val="64748B"/>
              </a:solidFill>
              <a:latin typeface="Inter" panose="02000503000000020004"/>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BUISNESS CHALLENGES</a:t>
            </a:r>
            <a:endParaRPr lang="en-US"/>
          </a:p>
        </p:txBody>
      </p:sp>
      <p:sp>
        <p:nvSpPr>
          <p:cNvPr id="3" name="Rounded Rectangle 2"/>
          <p:cNvSpPr/>
          <p:nvPr/>
        </p:nvSpPr>
        <p:spPr>
          <a:xfrm>
            <a:off x="609600" y="2790825"/>
            <a:ext cx="3454449" cy="1952625"/>
          </a:xfrm>
          <a:prstGeom prst="roundRect">
            <a:avLst>
              <a:gd name="adj" fmla="val 585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368849" y="2790825"/>
            <a:ext cx="3454449" cy="1952625"/>
          </a:xfrm>
          <a:prstGeom prst="roundRect">
            <a:avLst>
              <a:gd name="adj" fmla="val 585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128099" y="2790825"/>
            <a:ext cx="3454449" cy="1952625"/>
          </a:xfrm>
          <a:prstGeom prst="roundRect">
            <a:avLst>
              <a:gd name="adj" fmla="val 585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333115"/>
            <a:ext cx="3733865" cy="247650"/>
          </a:xfrm>
          <a:prstGeom prst="rect">
            <a:avLst/>
          </a:prstGeom>
          <a:noFill/>
        </p:spPr>
        <p:txBody>
          <a:bodyPr wrap="none" lIns="0" tIns="0" rIns="0" bIns="0" anchor="t">
            <a:spAutoFit/>
          </a:bodyPr>
          <a:lstStyle/>
          <a:p>
            <a:pPr algn="l"/>
            <a:r>
              <a:rPr sz="1650" b="1" i="0" u="none">
                <a:solidFill>
                  <a:srgbClr val="0F172A"/>
                </a:solidFill>
                <a:latin typeface="Inter" panose="02000503000000020004"/>
              </a:rPr>
              <a:t>Reactive Retention</a:t>
            </a:r>
            <a:endParaRPr sz="1650" b="1" i="0" u="none">
              <a:solidFill>
                <a:srgbClr val="0F172A"/>
              </a:solidFill>
              <a:latin typeface="Inter" panose="02000503000000020004"/>
            </a:endParaRPr>
          </a:p>
        </p:txBody>
      </p:sp>
      <p:sp>
        <p:nvSpPr>
          <p:cNvPr id="10" name="TextBox 9"/>
          <p:cNvSpPr txBox="1"/>
          <p:nvPr/>
        </p:nvSpPr>
        <p:spPr>
          <a:xfrm>
            <a:off x="914400" y="3754755"/>
            <a:ext cx="2940099" cy="600075"/>
          </a:xfrm>
          <a:prstGeom prst="rect">
            <a:avLst/>
          </a:prstGeom>
          <a:noFill/>
        </p:spPr>
        <p:txBody>
          <a:bodyPr wrap="square" lIns="0" tIns="0" rIns="0" bIns="0" anchor="t">
            <a:spAutoFit/>
          </a:bodyPr>
          <a:lstStyle/>
          <a:p>
            <a:pPr algn="l"/>
            <a:r>
              <a:rPr sz="1350" b="0" i="0" u="none">
                <a:solidFill>
                  <a:srgbClr val="475569"/>
                </a:solidFill>
                <a:latin typeface="Inter" panose="02000503000000020004"/>
              </a:rPr>
              <a:t>Standard classification flags churners after they've made up their mind.</a:t>
            </a:r>
            <a:endParaRPr sz="1350" b="0" i="0" u="none">
              <a:solidFill>
                <a:srgbClr val="475569"/>
              </a:solidFill>
              <a:latin typeface="Inter" panose="02000503000000020004"/>
            </a:endParaRPr>
          </a:p>
        </p:txBody>
      </p:sp>
      <p:sp>
        <p:nvSpPr>
          <p:cNvPr id="12" name="TextBox 11"/>
          <p:cNvSpPr txBox="1"/>
          <p:nvPr/>
        </p:nvSpPr>
        <p:spPr>
          <a:xfrm>
            <a:off x="4673649" y="3712845"/>
            <a:ext cx="2940099" cy="600075"/>
          </a:xfrm>
          <a:prstGeom prst="rect">
            <a:avLst/>
          </a:prstGeom>
          <a:noFill/>
        </p:spPr>
        <p:txBody>
          <a:bodyPr wrap="square" lIns="0" tIns="0" rIns="0" bIns="0" anchor="t">
            <a:spAutoFit/>
          </a:bodyPr>
          <a:lstStyle/>
          <a:p>
            <a:pPr algn="l"/>
            <a:r>
              <a:rPr sz="1350" b="0" i="0" u="none">
                <a:solidFill>
                  <a:srgbClr val="475569"/>
                </a:solidFill>
                <a:latin typeface="Inter" panose="02000503000000020004"/>
              </a:rPr>
              <a:t>Blanket discounts target customers who would have stayed regardless.</a:t>
            </a:r>
            <a:endParaRPr sz="1350" b="0" i="0" u="none">
              <a:solidFill>
                <a:srgbClr val="475569"/>
              </a:solidFill>
              <a:latin typeface="Inter" panose="02000503000000020004"/>
            </a:endParaRPr>
          </a:p>
        </p:txBody>
      </p:sp>
      <p:sp>
        <p:nvSpPr>
          <p:cNvPr id="11" name="TextBox 10"/>
          <p:cNvSpPr txBox="1"/>
          <p:nvPr/>
        </p:nvSpPr>
        <p:spPr>
          <a:xfrm>
            <a:off x="4673649" y="3291205"/>
            <a:ext cx="3733865" cy="247650"/>
          </a:xfrm>
          <a:prstGeom prst="rect">
            <a:avLst/>
          </a:prstGeom>
          <a:noFill/>
        </p:spPr>
        <p:txBody>
          <a:bodyPr wrap="none" lIns="0" tIns="0" rIns="0" bIns="0" anchor="t">
            <a:spAutoFit/>
          </a:bodyPr>
          <a:lstStyle/>
          <a:p>
            <a:pPr algn="l"/>
            <a:r>
              <a:rPr sz="1650" b="1" i="0" u="none">
                <a:solidFill>
                  <a:srgbClr val="0F172A"/>
                </a:solidFill>
                <a:latin typeface="Inter" panose="02000503000000020004"/>
              </a:rPr>
              <a:t>Wasted Budget</a:t>
            </a:r>
            <a:endParaRPr sz="1650" b="1" i="0" u="none">
              <a:solidFill>
                <a:srgbClr val="0F172A"/>
              </a:solidFill>
              <a:latin typeface="Inter" panose="02000503000000020004"/>
            </a:endParaRPr>
          </a:p>
        </p:txBody>
      </p:sp>
      <p:sp>
        <p:nvSpPr>
          <p:cNvPr id="13" name="TextBox 12"/>
          <p:cNvSpPr txBox="1"/>
          <p:nvPr/>
        </p:nvSpPr>
        <p:spPr>
          <a:xfrm>
            <a:off x="8432899" y="3277235"/>
            <a:ext cx="3733865" cy="247650"/>
          </a:xfrm>
          <a:prstGeom prst="rect">
            <a:avLst/>
          </a:prstGeom>
          <a:noFill/>
        </p:spPr>
        <p:txBody>
          <a:bodyPr wrap="none" lIns="0" tIns="0" rIns="0" bIns="0" anchor="t">
            <a:spAutoFit/>
          </a:bodyPr>
          <a:lstStyle/>
          <a:p>
            <a:pPr algn="l"/>
            <a:r>
              <a:rPr sz="1650" b="1" i="0" u="none">
                <a:solidFill>
                  <a:srgbClr val="0F172A"/>
                </a:solidFill>
                <a:latin typeface="Inter" panose="02000503000000020004"/>
              </a:rPr>
              <a:t>ROI Uncertainty</a:t>
            </a:r>
            <a:endParaRPr sz="1650" b="1" i="0" u="none">
              <a:solidFill>
                <a:srgbClr val="0F172A"/>
              </a:solidFill>
              <a:latin typeface="Inter" panose="02000503000000020004"/>
            </a:endParaRPr>
          </a:p>
        </p:txBody>
      </p:sp>
      <p:pic>
        <p:nvPicPr>
          <p:cNvPr id="14" name="Picture 13" descr="image.png"/>
          <p:cNvPicPr>
            <a:picLocks noChangeAspect="1"/>
          </p:cNvPicPr>
          <p:nvPr/>
        </p:nvPicPr>
        <p:blipFill>
          <a:blip r:embed="rId2"/>
          <a:stretch>
            <a:fillRect/>
          </a:stretch>
        </p:blipFill>
        <p:spPr>
          <a:xfrm>
            <a:off x="914400" y="2876550"/>
            <a:ext cx="342900" cy="304800"/>
          </a:xfrm>
          <a:prstGeom prst="rect">
            <a:avLst/>
          </a:prstGeom>
        </p:spPr>
      </p:pic>
      <p:pic>
        <p:nvPicPr>
          <p:cNvPr id="15" name="Picture 14" descr="image.png"/>
          <p:cNvPicPr>
            <a:picLocks noChangeAspect="1"/>
          </p:cNvPicPr>
          <p:nvPr/>
        </p:nvPicPr>
        <p:blipFill>
          <a:blip r:embed="rId3"/>
          <a:stretch>
            <a:fillRect/>
          </a:stretch>
        </p:blipFill>
        <p:spPr>
          <a:xfrm>
            <a:off x="4673649" y="2920365"/>
            <a:ext cx="304800" cy="304800"/>
          </a:xfrm>
          <a:prstGeom prst="rect">
            <a:avLst/>
          </a:prstGeom>
        </p:spPr>
      </p:pic>
      <p:pic>
        <p:nvPicPr>
          <p:cNvPr id="16" name="Picture 15" descr="image.png"/>
          <p:cNvPicPr>
            <a:picLocks noChangeAspect="1"/>
          </p:cNvPicPr>
          <p:nvPr/>
        </p:nvPicPr>
        <p:blipFill>
          <a:blip r:embed="rId4"/>
          <a:stretch>
            <a:fillRect/>
          </a:stretch>
        </p:blipFill>
        <p:spPr>
          <a:xfrm>
            <a:off x="8432899" y="2905760"/>
            <a:ext cx="228600" cy="304800"/>
          </a:xfrm>
          <a:prstGeom prst="rect">
            <a:avLst/>
          </a:prstGeom>
        </p:spPr>
      </p:pic>
      <p:sp>
        <p:nvSpPr>
          <p:cNvPr id="17" name="TextBox 13"/>
          <p:cNvSpPr txBox="1"/>
          <p:nvPr/>
        </p:nvSpPr>
        <p:spPr>
          <a:xfrm>
            <a:off x="8418929" y="3684905"/>
            <a:ext cx="2940099" cy="600075"/>
          </a:xfrm>
          <a:prstGeom prst="rect">
            <a:avLst/>
          </a:prstGeom>
          <a:noFill/>
        </p:spPr>
        <p:txBody>
          <a:bodyPr wrap="square" lIns="0" tIns="0" rIns="0" bIns="0" anchor="t">
            <a:spAutoFit/>
          </a:bodyPr>
          <a:lstStyle/>
          <a:p>
            <a:pPr algn="l"/>
            <a:r>
              <a:rPr sz="1350" b="0" i="0" u="none">
                <a:solidFill>
                  <a:srgbClr val="475569"/>
                </a:solidFill>
                <a:latin typeface="Inter" panose="02000503000000020004"/>
              </a:rPr>
              <a:t>Marketing teams lack clear visibility on campaign profitability versus discount costs.</a:t>
            </a:r>
            <a:endParaRPr sz="1350" b="0" i="0" u="none">
              <a:solidFill>
                <a:srgbClr val="475569"/>
              </a:solidFill>
              <a:latin typeface="Inter" panose="02000503000000020004"/>
            </a:endParaRPr>
          </a:p>
        </p:txBody>
      </p:sp>
    </p:spTree>
    <p:custDataLst>
      <p:tags r:id="rId5"/>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fontScale="90000"/>
          </a:bodyPr>
          <a:p>
            <a:r>
              <a:rPr lang="en-US"/>
              <a:t>CHALLENGES WHICH I FACED IN THIS PROJECT</a:t>
            </a:r>
            <a:br>
              <a:rPr lang="en-US"/>
            </a:br>
            <a:endParaRPr lang="en-US"/>
          </a:p>
        </p:txBody>
      </p:sp>
      <p:sp>
        <p:nvSpPr>
          <p:cNvPr id="3" name="Text Box 2"/>
          <p:cNvSpPr txBox="1"/>
          <p:nvPr/>
        </p:nvSpPr>
        <p:spPr>
          <a:xfrm>
            <a:off x="149860" y="1230630"/>
            <a:ext cx="11545570" cy="4831080"/>
          </a:xfrm>
          <a:prstGeom prst="rect">
            <a:avLst/>
          </a:prstGeom>
          <a:noFill/>
        </p:spPr>
        <p:txBody>
          <a:bodyPr wrap="square" rtlCol="0">
            <a:spAutoFit/>
          </a:bodyPr>
          <a:p>
            <a:r>
              <a:rPr lang="en-US" sz="2800"/>
              <a:t>The challenges which i faced in this project were :-</a:t>
            </a:r>
            <a:endParaRPr lang="en-US" sz="2800"/>
          </a:p>
          <a:p>
            <a:r>
              <a:rPr lang="en-US" sz="2800"/>
              <a:t>1)  how to injest the data into google colab by using postgre sql method. I tried implementing the sqlalchemy library and also the postgre sql. library it is kept on asking for creating usernae and password and i tried implementing this library again and again it is coming on to the same page and asking for password again and again. So in order to overcoe this challenge i have used sqllite library.</a:t>
            </a:r>
            <a:endParaRPr lang="en-US" sz="2800"/>
          </a:p>
          <a:p>
            <a:r>
              <a:rPr lang="en-US" sz="2800"/>
              <a:t>2) my next challenge is creating a streamlit ROI dashboard and by editing and uploading the app.py continously to get the desired result.</a:t>
            </a:r>
            <a:endParaRPr lang="en-US" sz="2800"/>
          </a:p>
        </p:txBody>
      </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RESULTS</a:t>
            </a:r>
            <a:endParaRPr lang="en-US"/>
          </a:p>
        </p:txBody>
      </p:sp>
      <p:sp>
        <p:nvSpPr>
          <p:cNvPr id="3" name="Rounded Rectangle 2"/>
          <p:cNvSpPr/>
          <p:nvPr/>
        </p:nvSpPr>
        <p:spPr>
          <a:xfrm>
            <a:off x="595630" y="2690812"/>
            <a:ext cx="5372100" cy="1238250"/>
          </a:xfrm>
          <a:prstGeom prst="roundRect">
            <a:avLst>
              <a:gd name="adj" fmla="val 923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96330" y="2690812"/>
            <a:ext cx="5372100" cy="1238250"/>
          </a:xfrm>
          <a:prstGeom prst="roundRect">
            <a:avLst>
              <a:gd name="adj" fmla="val 923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2330" y="2957512"/>
            <a:ext cx="6350793" cy="228600"/>
          </a:xfrm>
          <a:prstGeom prst="rect">
            <a:avLst/>
          </a:prstGeom>
          <a:noFill/>
        </p:spPr>
        <p:txBody>
          <a:bodyPr wrap="none" lIns="0" tIns="0" rIns="0" bIns="0" anchor="t">
            <a:spAutoFit/>
          </a:bodyPr>
          <a:lstStyle/>
          <a:p>
            <a:pPr algn="l"/>
            <a:r>
              <a:rPr sz="1500" b="1" i="0" u="none">
                <a:solidFill>
                  <a:srgbClr val="0284C7"/>
                </a:solidFill>
                <a:latin typeface="Inter" panose="02000503000000020004"/>
              </a:rPr>
              <a:t>Top Churn Risk Drivers</a:t>
            </a:r>
            <a:endParaRPr sz="1500" b="1" i="0" u="none">
              <a:solidFill>
                <a:srgbClr val="0284C7"/>
              </a:solidFill>
              <a:latin typeface="Inter" panose="02000503000000020004"/>
            </a:endParaRPr>
          </a:p>
        </p:txBody>
      </p:sp>
      <p:sp>
        <p:nvSpPr>
          <p:cNvPr id="6" name="TextBox 5"/>
          <p:cNvSpPr txBox="1"/>
          <p:nvPr/>
        </p:nvSpPr>
        <p:spPr>
          <a:xfrm>
            <a:off x="862330" y="3262312"/>
            <a:ext cx="4933950" cy="400050"/>
          </a:xfrm>
          <a:prstGeom prst="rect">
            <a:avLst/>
          </a:prstGeom>
          <a:noFill/>
        </p:spPr>
        <p:txBody>
          <a:bodyPr wrap="square" lIns="0" tIns="0" rIns="0" bIns="0" anchor="t">
            <a:spAutoFit/>
          </a:bodyPr>
          <a:lstStyle/>
          <a:p>
            <a:pPr algn="l"/>
            <a:r>
              <a:rPr sz="1350" b="0" i="0" u="none">
                <a:solidFill>
                  <a:srgbClr val="334155"/>
                </a:solidFill>
                <a:latin typeface="Inter" panose="02000503000000020004"/>
              </a:rPr>
              <a:t>Month-to-month contract types and short tenure (&lt;12 months) drive 65%+ of churn risks.</a:t>
            </a:r>
            <a:endParaRPr sz="1350" b="0" i="0" u="none">
              <a:solidFill>
                <a:srgbClr val="334155"/>
              </a:solidFill>
              <a:latin typeface="Inter" panose="02000503000000020004"/>
            </a:endParaRPr>
          </a:p>
        </p:txBody>
      </p:sp>
      <p:sp>
        <p:nvSpPr>
          <p:cNvPr id="7" name="TextBox 6"/>
          <p:cNvSpPr txBox="1"/>
          <p:nvPr/>
        </p:nvSpPr>
        <p:spPr>
          <a:xfrm>
            <a:off x="6463030" y="2957512"/>
            <a:ext cx="5715000" cy="228600"/>
          </a:xfrm>
          <a:prstGeom prst="rect">
            <a:avLst/>
          </a:prstGeom>
          <a:noFill/>
        </p:spPr>
        <p:txBody>
          <a:bodyPr wrap="none" lIns="0" tIns="0" rIns="0" bIns="0" anchor="t">
            <a:spAutoFit/>
          </a:bodyPr>
          <a:lstStyle/>
          <a:p>
            <a:pPr algn="l"/>
            <a:r>
              <a:rPr sz="1500" b="1" i="0" u="none">
                <a:solidFill>
                  <a:srgbClr val="16A34A"/>
                </a:solidFill>
                <a:latin typeface="Inter" panose="02000503000000020004"/>
              </a:rPr>
              <a:t>Uplift Optimization</a:t>
            </a:r>
            <a:endParaRPr sz="1500" b="1" i="0" u="none">
              <a:solidFill>
                <a:srgbClr val="16A34A"/>
              </a:solidFill>
              <a:latin typeface="Inter" panose="02000503000000020004"/>
            </a:endParaRPr>
          </a:p>
        </p:txBody>
      </p:sp>
      <p:sp>
        <p:nvSpPr>
          <p:cNvPr id="8" name="TextBox 7"/>
          <p:cNvSpPr txBox="1"/>
          <p:nvPr/>
        </p:nvSpPr>
        <p:spPr>
          <a:xfrm>
            <a:off x="6463030" y="3262312"/>
            <a:ext cx="4933950" cy="400050"/>
          </a:xfrm>
          <a:prstGeom prst="rect">
            <a:avLst/>
          </a:prstGeom>
          <a:noFill/>
        </p:spPr>
        <p:txBody>
          <a:bodyPr wrap="square" lIns="0" tIns="0" rIns="0" bIns="0" anchor="t">
            <a:spAutoFit/>
          </a:bodyPr>
          <a:lstStyle/>
          <a:p>
            <a:pPr algn="l"/>
            <a:r>
              <a:rPr sz="1350" b="0" i="0" u="none">
                <a:solidFill>
                  <a:srgbClr val="334155"/>
                </a:solidFill>
                <a:latin typeface="Inter" panose="02000503000000020004"/>
              </a:rPr>
              <a:t>Causal trees successfully isolate persuadable customer segments for discounts.</a:t>
            </a:r>
            <a:endParaRPr sz="1350" b="0" i="0" u="none">
              <a:solidFill>
                <a:srgbClr val="334155"/>
              </a:solidFill>
              <a:latin typeface="Inter" panose="02000503000000020004"/>
            </a:endParaRPr>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NEXT STEPS</a:t>
            </a:r>
            <a:endParaRPr lang="en-US"/>
          </a:p>
        </p:txBody>
      </p:sp>
      <p:sp>
        <p:nvSpPr>
          <p:cNvPr id="3" name="Text Box 2"/>
          <p:cNvSpPr txBox="1"/>
          <p:nvPr/>
        </p:nvSpPr>
        <p:spPr>
          <a:xfrm>
            <a:off x="193040" y="1483360"/>
            <a:ext cx="11303000" cy="5077460"/>
          </a:xfrm>
          <a:prstGeom prst="rect">
            <a:avLst/>
          </a:prstGeom>
        </p:spPr>
        <p:txBody>
          <a:bodyPr wrap="square">
            <a:spAutoFit/>
          </a:bodyPr>
          <a:p>
            <a:r>
              <a:rPr b="1"/>
              <a:t>Automated CRM Integration (Trigger Actions):</a:t>
            </a:r>
            <a:endParaRPr b="1"/>
          </a:p>
          <a:p>
            <a:pPr>
              <a:buFont typeface="Arial" panose="020B0604020202020204"/>
              <a:buChar char="•"/>
            </a:pPr>
            <a:r>
              <a:t>Instead of just viewing high-risk customers on a dashboard, connect your model pipeline directly to a CRM or customer engagement platform (like Salesforce, HubSpot, or customer messaging tools). When a customer's churn probability spikes above a threshold, automatically trigger an email or SMS campaign with the optimized uplift offer.</a:t>
            </a:r>
          </a:p>
          <a:p>
            <a:r>
              <a:rPr b="1"/>
              <a:t>Deploying Real-Time Event Streaming:</a:t>
            </a:r>
            <a:endParaRPr b="1"/>
          </a:p>
          <a:p>
            <a:pPr>
              <a:buFont typeface="Arial" panose="020B0604020202020204"/>
              <a:buChar char="•"/>
            </a:pPr>
            <a:r>
              <a:t>Move away from static batch predictions on CSV data. Implement a streaming architecture (using tools like Kafka or real-time API endpoints via FastAPI) to score user churn risk dynamically as customer behavior changes on your platform (e.g., sudden drop in app logins or support ticket spikes).</a:t>
            </a:r>
          </a:p>
          <a:p>
            <a:r>
              <a:rPr b="1"/>
              <a:t>A/B Testing Retention Offers:</a:t>
            </a:r>
            <a:endParaRPr b="1"/>
          </a:p>
          <a:p>
            <a:pPr>
              <a:buFont typeface="Arial" panose="020B0604020202020204"/>
              <a:buChar char="•"/>
            </a:pPr>
            <a:r>
              <a:t>Validate your </a:t>
            </a:r>
            <a:r>
              <a:rPr b="1"/>
              <a:t>CausalML uplift model</a:t>
            </a:r>
            <a:r>
              <a:t> in production by running a randomized controlled trial (A/B test). Send the retention discount to a treatment group of "persuadables" and withhold it from a control group to measure true incremental revenue saved versus discount cost.</a:t>
            </a:r>
          </a:p>
          <a:p>
            <a:r>
              <a:rPr b="1"/>
              <a:t>Model Monitoring &amp; Automated Retraining:</a:t>
            </a:r>
            <a:endParaRPr b="1"/>
          </a:p>
          <a:p>
            <a:pPr>
              <a:buFont typeface="Arial" panose="020B0604020202020204"/>
              <a:buChar char="•"/>
            </a:pPr>
            <a:r>
              <a:t>Customer behavior shifts over time (data drift). Implement monitoring tools (like Evidently AI or Great Expectations) to track feature distributions and model performance, setting up automated retraining pipelines when accuracy starts to degrade</a:t>
            </a: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6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66.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80"/>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0.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_1*f*4"/>
  <p:tag name="KSO_WM_UNIT_LAYERLEVEL" val="1"/>
  <p:tag name="KSO_WM_TAG_VERSION" val="3.0"/>
  <p:tag name="KSO_WM_BEAUTIFY_FLAG" val="#wm#"/>
</p:tagLst>
</file>

<file path=ppt/tags/tag7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72.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3*i*3"/>
  <p:tag name="KSO_WM_UNIT_LAYERLEVEL" val="1"/>
  <p:tag name="KSO_WM_TAG_VERSION" val="3.0"/>
  <p:tag name="KSO_WM_BEAUTIFY_FLAG" val="#wm#"/>
</p:tagLst>
</file>

<file path=ppt/tags/tag79.xml><?xml version="1.0" encoding="utf-8"?>
<p:tagLst xmlns:p="http://schemas.openxmlformats.org/presentationml/2006/main">
  <p:tag name="KSO_WM_UNIT_ISCONTENTSTITLE" val="1"/>
  <p:tag name="KSO_WM_UNIT_ISNUMDGMTITLE" val="0"/>
  <p:tag name="KSO_WM_UNIT_PRESET_TEXT" val="标题"/>
  <p:tag name="KSO_WM_UNIT_NOCLEAR" val="0"/>
  <p:tag name="KSO_WM_UNIT_VALUE" val="3"/>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8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86.xml><?xml version="1.0" encoding="utf-8"?>
<p:tagLst xmlns:p="http://schemas.openxmlformats.org/presentationml/2006/main">
  <p:tag name="KSO_WM_UNIT_PRESET_TEXT" val="节编号"/>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9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9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286"/>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92.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286"/>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9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97.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98.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99.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10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0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1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1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116.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12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12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26.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5"/>
  <p:tag name="KSO_WM_UNIT_ID" val="_11*f*5"/>
  <p:tag name="KSO_WM_UNIT_LAYERLEVEL" val="1"/>
  <p:tag name="KSO_WM_TAG_VERSION" val="3.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0*i*3"/>
  <p:tag name="KSO_WM_UNIT_LAYERLEVEL" val="1"/>
  <p:tag name="KSO_WM_TAG_VERSION" val="3.0"/>
  <p:tag name="KSO_WM_BEAUTIFY_FLAG" val="#wm#"/>
</p:tagLst>
</file>

<file path=ppt/tags/tag13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8020"/>
</p:tagLst>
</file>

<file path=ppt/tags/tag13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611"/>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8020"/>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35.xml><?xml version="1.0" encoding="utf-8"?>
<p:tagLst xmlns:p="http://schemas.openxmlformats.org/presentationml/2006/main">
  <p:tag name="KSO_WM_TEMPLATE_THUMBS_INDEX" val="1、9"/>
  <p:tag name="KSO_WM_SPECIAL_SOURCE" val="bdnull"/>
  <p:tag name="KSO_WM_TEMPLATE_SUBCATEGORY" val="29"/>
  <p:tag name="KSO_WM_TEMPLATE_MASTER_TYPE" val="0"/>
  <p:tag name="KSO_WM_TEMPLATE_COLOR_TYPE" val="0"/>
  <p:tag name="KSO_WM_TAG_VERSION" val="3.0"/>
  <p:tag name="KSO_WM_BEAUTIFY_FLAG" val="#wm#"/>
  <p:tag name="KSO_WM_TEMPLATE_CATEGORY" val="custom"/>
  <p:tag name="KSO_WM_TEMPLATE_INDEX" val="20238020"/>
</p:tagLst>
</file>

<file path=ppt/tags/tag13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8020_1*a*1"/>
  <p:tag name="KSO_WM_TEMPLATE_CATEGORY" val="custom"/>
  <p:tag name="KSO_WM_TEMPLATE_INDEX" val="20238020"/>
  <p:tag name="KSO_WM_UNIT_LAYERLEVEL" val="1"/>
  <p:tag name="KSO_WM_TAG_VERSION" val="3.0"/>
  <p:tag name="KSO_WM_BEAUTIFY_FLAG" val="#wm#"/>
  <p:tag name="KSO_WM_UNIT_PRESET_TEXT" val="Your title here"/>
</p:tagLst>
</file>

<file path=ppt/tags/tag137.xml><?xml version="1.0" encoding="utf-8"?>
<p:tagLst xmlns:p="http://schemas.openxmlformats.org/presentationml/2006/main">
  <p:tag name="KSO_WM_UNIT_SUBTYPE" val="b"/>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custom20238020_1*f*4"/>
  <p:tag name="KSO_WM_TEMPLATE_CATEGORY" val="custom"/>
  <p:tag name="KSO_WM_TEMPLATE_INDEX" val="20238020"/>
  <p:tag name="KSO_WM_UNIT_LAYERLEVEL" val="1"/>
  <p:tag name="KSO_WM_TAG_VERSION" val="3.0"/>
  <p:tag name="KSO_WM_BEAUTIFY_FLAG" val="#wm#"/>
  <p:tag name="KSO_WM_UNIT_PRESET_TEXT" val="Name"/>
</p:tagLst>
</file>

<file path=ppt/tags/tag138.xml><?xml version="1.0" encoding="utf-8"?>
<p:tagLst xmlns:p="http://schemas.openxmlformats.org/presentationml/2006/main">
  <p:tag name="KSO_WM_TEMPLATE_THUMBS_INDEX" val="1、9"/>
  <p:tag name="KSO_WM_SPECIAL_SOURCE" val="bdnull"/>
  <p:tag name="KSO_WM_SLIDE_ID" val="custom20238020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8020"/>
  <p:tag name="KSO_WM_SLIDE_LAYOUT" val="a_b_f"/>
  <p:tag name="KSO_WM_SLIDE_LAYOUT_CNT" val="1_1_1"/>
  <p:tag name="KSO_WM_SLIDE_THEME_ID" val="3316240"/>
  <p:tag name="KSO_WM_SLIDE_THEME_NAME" val="Purple Minimalist"/>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3.0"/>
  <p:tag name="KSO_WM_BEAUTIFY_FLAG" val="#wm#"/>
  <p:tag name="KSO_WM_UNIT_INDEX" val="1"/>
  <p:tag name="KSO_WM_UNIT_TYPE" val="a"/>
  <p:tag name="KSO_WM_UNIT_ISCONTENTSTITLE" val="0"/>
  <p:tag name="KSO_WM_UNIT_ISNUMDGMTITLE" val="0"/>
  <p:tag name="KSO_WM_UNIT_PRESET_TEXT" val="单击此处编辑母版标题样式"/>
  <p:tag name="KSO_WM_UNIT_NOCLEAR" val="0"/>
  <p:tag name="KSO_WM_UNIT_VALUE" val="20"/>
  <p:tag name="KSO_WM_UNIT_CONTENT_GROUP_TYPE" val="titlestyle"/>
  <p:tag name="KSO_WM_UNIT_ID" val="_7*a*1"/>
</p:tagLst>
</file>

<file path=ppt/tags/tag140.xml><?xml version="1.0" encoding="utf-8"?>
<p:tagLst xmlns:p="http://schemas.openxmlformats.org/presentationml/2006/main">
  <p:tag name="KSO_WM_BEAUTIFY_FLAG" val="#wm#"/>
  <p:tag name="KSO_WM_TEMPLATE_CATEGORY" val="custom"/>
  <p:tag name="KSO_WM_TEMPLATE_INDEX" val="20205081"/>
  <p:tag name="KSO_WM_SLIDE_TYPE" val="text"/>
</p:tagLst>
</file>

<file path=ppt/tags/tag14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142.xml><?xml version="1.0" encoding="utf-8"?>
<p:tagLst xmlns:p="http://schemas.openxmlformats.org/presentationml/2006/main">
  <p:tag name="KSO_WM_BEAUTIFY_FLAG" val="#wm#"/>
  <p:tag name="KSO_WM_TEMPLATE_CATEGORY" val="custom"/>
  <p:tag name="KSO_WM_TEMPLATE_INDEX" val="20205081"/>
</p:tagLst>
</file>

<file path=ppt/tags/tag14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144.xml><?xml version="1.0" encoding="utf-8"?>
<p:tagLst xmlns:p="http://schemas.openxmlformats.org/presentationml/2006/main">
  <p:tag name="KSO_WM_BEAUTIFY_FLAG" val="#wm#"/>
  <p:tag name="KSO_WM_TEMPLATE_CATEGORY" val="custom"/>
  <p:tag name="KSO_WM_TEMPLATE_INDEX" val="20205081"/>
</p:tagLst>
</file>

<file path=ppt/tags/tag14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146.xml><?xml version="1.0" encoding="utf-8"?>
<p:tagLst xmlns:p="http://schemas.openxmlformats.org/presentationml/2006/main">
  <p:tag name="KSO_WM_BEAUTIFY_FLAG" val="#wm#"/>
  <p:tag name="KSO_WM_TEMPLATE_CATEGORY" val="custom"/>
  <p:tag name="KSO_WM_TEMPLATE_INDEX" val="20205081"/>
</p:tagLst>
</file>

<file path=ppt/tags/tag14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148.xml><?xml version="1.0" encoding="utf-8"?>
<p:tagLst xmlns:p="http://schemas.openxmlformats.org/presentationml/2006/main">
  <p:tag name="KSO_WM_BEAUTIFY_FLAG" val="#wm#"/>
  <p:tag name="KSO_WM_TEMPLATE_CATEGORY" val="custom"/>
  <p:tag name="KSO_WM_TEMPLATE_INDEX" val="20205081"/>
</p:tagLst>
</file>

<file path=ppt/tags/tag14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150.xml><?xml version="1.0" encoding="utf-8"?>
<p:tagLst xmlns:p="http://schemas.openxmlformats.org/presentationml/2006/main">
  <p:tag name="KSO_WM_BEAUTIFY_FLAG" val="#wm#"/>
  <p:tag name="KSO_WM_TEMPLATE_CATEGORY" val="custom"/>
  <p:tag name="KSO_WM_TEMPLATE_INDEX" val="20205081"/>
</p:tagLst>
</file>

<file path=ppt/tags/tag15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152.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自定义 185">
      <a:dk1>
        <a:srgbClr val="000000"/>
      </a:dk1>
      <a:lt1>
        <a:srgbClr val="FFFFFF"/>
      </a:lt1>
      <a:dk2>
        <a:srgbClr val="4E0054"/>
      </a:dk2>
      <a:lt2>
        <a:srgbClr val="FCEBFF"/>
      </a:lt2>
      <a:accent1>
        <a:srgbClr val="6E58F6"/>
      </a:accent1>
      <a:accent2>
        <a:srgbClr val="4530E1"/>
      </a:accent2>
      <a:accent3>
        <a:srgbClr val="A749E1"/>
      </a:accent3>
      <a:accent4>
        <a:srgbClr val="3B67FF"/>
      </a:accent4>
      <a:accent5>
        <a:srgbClr val="1EA2ED"/>
      </a:accent5>
      <a:accent6>
        <a:srgbClr val="63CC7A"/>
      </a:accent6>
      <a:hlink>
        <a:srgbClr val="304FFE"/>
      </a:hlink>
      <a:folHlink>
        <a:srgbClr val="492067"/>
      </a:folHlink>
    </a:clrScheme>
    <a:fontScheme name="字体-简约">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3584</Words>
  <Application>WPS Presentation</Application>
  <PresentationFormat>Widescreen</PresentationFormat>
  <Paragraphs>93</Paragraphs>
  <Slides>8</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8</vt:i4>
      </vt:variant>
    </vt:vector>
  </HeadingPairs>
  <TitlesOfParts>
    <vt:vector size="23" baseType="lpstr">
      <vt:lpstr>Arial</vt:lpstr>
      <vt:lpstr>SimSun</vt:lpstr>
      <vt:lpstr>Wingdings</vt:lpstr>
      <vt:lpstr>Wingdings</vt:lpstr>
      <vt:lpstr>Inter</vt:lpstr>
      <vt:lpstr>Corbel</vt:lpstr>
      <vt:lpstr>Arial</vt:lpstr>
      <vt:lpstr>Lato</vt:lpstr>
      <vt:lpstr>Segoe Print</vt:lpstr>
      <vt:lpstr>Manrope ExtraBold</vt:lpstr>
      <vt:lpstr>Microsoft YaHei</vt:lpstr>
      <vt:lpstr>Arial Unicode MS</vt:lpstr>
      <vt:lpstr>Calibri</vt:lpstr>
      <vt:lpstr>WPS</vt:lpstr>
      <vt:lpstr>1_Office Theme</vt:lpstr>
      <vt:lpstr>CUSTOMER CHURN PREDICTION</vt:lpstr>
      <vt:lpstr>CONTENTS</vt:lpstr>
      <vt:lpstr>Problems</vt:lpstr>
      <vt:lpstr>DESIGN FOR THIS PROJECT</vt:lpstr>
      <vt:lpstr>BUISNESS CHALLENGES</vt:lpstr>
      <vt:lpstr>PowerPoint 演示文稿</vt:lpstr>
      <vt:lpstr>RESULTS</vt:lpstr>
      <vt:lpstr>NEXT STEPS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dc:title>
  <dc:creator>HP</dc:creator>
  <cp:lastModifiedBy>Aditya Chand</cp:lastModifiedBy>
  <cp:revision>2</cp:revision>
  <dcterms:created xsi:type="dcterms:W3CDTF">2026-10-24T15:38:00Z</dcterms:created>
  <dcterms:modified xsi:type="dcterms:W3CDTF">2026-10-25T12:32:28Z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A71388EEAFAC41B58DA22C27C9EC36E0_11</vt:lpwstr>
  </property>
</Properties>
</file>